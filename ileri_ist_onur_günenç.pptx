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 r:id="rId2"/>
    <p:sldId id="257" r:id="rId3"/>
    <p:sldId id="258" r:id="rId4"/>
  </p:sldIdLst>
  <p:sldSz cx="9601200" cy="12801600" type="A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33"/>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128" y="-3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855F1F-14F0-4C6D-9E91-7197AD1C3134}" type="datetimeFigureOut">
              <a:rPr lang="tr-TR" smtClean="0"/>
              <a:t>13.01.2026</a:t>
            </a:fld>
            <a:endParaRPr lang="tr-TR"/>
          </a:p>
        </p:txBody>
      </p:sp>
      <p:sp>
        <p:nvSpPr>
          <p:cNvPr id="4" name="Slayt Resmi Yer Tutucusu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FCBDAE-C368-4293-AEF6-4B9EB646DC91}" type="slidenum">
              <a:rPr lang="tr-TR" smtClean="0"/>
              <a:t>‹#›</a:t>
            </a:fld>
            <a:endParaRPr lang="tr-TR"/>
          </a:p>
        </p:txBody>
      </p:sp>
    </p:spTree>
    <p:extLst>
      <p:ext uri="{BB962C8B-B14F-4D97-AF65-F5344CB8AC3E}">
        <p14:creationId xmlns:p14="http://schemas.microsoft.com/office/powerpoint/2010/main" val="3934432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21FCBDAE-C368-4293-AEF6-4B9EB646DC91}" type="slidenum">
              <a:rPr lang="tr-TR" smtClean="0"/>
              <a:t>2</a:t>
            </a:fld>
            <a:endParaRPr lang="tr-TR"/>
          </a:p>
        </p:txBody>
      </p:sp>
    </p:spTree>
    <p:extLst>
      <p:ext uri="{BB962C8B-B14F-4D97-AF65-F5344CB8AC3E}">
        <p14:creationId xmlns:p14="http://schemas.microsoft.com/office/powerpoint/2010/main" val="13520545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21FCBDAE-C368-4293-AEF6-4B9EB646DC91}" type="slidenum">
              <a:rPr lang="tr-TR" smtClean="0"/>
              <a:t>3</a:t>
            </a:fld>
            <a:endParaRPr lang="tr-TR"/>
          </a:p>
        </p:txBody>
      </p:sp>
    </p:spTree>
    <p:extLst>
      <p:ext uri="{BB962C8B-B14F-4D97-AF65-F5344CB8AC3E}">
        <p14:creationId xmlns:p14="http://schemas.microsoft.com/office/powerpoint/2010/main" val="879164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0D0B64B-BC62-01D0-4AC1-E4A125EB2A6F}"/>
              </a:ext>
            </a:extLst>
          </p:cNvPr>
          <p:cNvSpPr>
            <a:spLocks noGrp="1"/>
          </p:cNvSpPr>
          <p:nvPr>
            <p:ph type="ctrTitle"/>
          </p:nvPr>
        </p:nvSpPr>
        <p:spPr>
          <a:xfrm>
            <a:off x="1200150" y="2095078"/>
            <a:ext cx="7200900" cy="4456853"/>
          </a:xfrm>
        </p:spPr>
        <p:txBody>
          <a:bodyPr anchor="b"/>
          <a:lstStyle>
            <a:lvl1pPr algn="ctr">
              <a:defRPr sz="11200"/>
            </a:lvl1pPr>
          </a:lstStyle>
          <a:p>
            <a:r>
              <a:rPr lang="tr-TR"/>
              <a:t>Asıl başlık stilini düzenlemek için tıklayın</a:t>
            </a:r>
          </a:p>
        </p:txBody>
      </p:sp>
      <p:sp>
        <p:nvSpPr>
          <p:cNvPr id="3" name="Alt Başlık 2">
            <a:extLst>
              <a:ext uri="{FF2B5EF4-FFF2-40B4-BE49-F238E27FC236}">
                <a16:creationId xmlns:a16="http://schemas.microsoft.com/office/drawing/2014/main" id="{2B779AB7-3EF8-2D4A-DA27-5A5DBC92511C}"/>
              </a:ext>
            </a:extLst>
          </p:cNvPr>
          <p:cNvSpPr>
            <a:spLocks noGrp="1"/>
          </p:cNvSpPr>
          <p:nvPr>
            <p:ph type="subTitle" idx="1"/>
          </p:nvPr>
        </p:nvSpPr>
        <p:spPr>
          <a:xfrm>
            <a:off x="1200150" y="6723804"/>
            <a:ext cx="7200900" cy="3090756"/>
          </a:xfrm>
        </p:spPr>
        <p:txBody>
          <a:bodyPr/>
          <a:lstStyle>
            <a:lvl1pPr marL="0" indent="0" algn="ctr">
              <a:buNone/>
              <a:defRPr sz="4480"/>
            </a:lvl1pPr>
            <a:lvl2pPr marL="853455" indent="0" algn="ctr">
              <a:buNone/>
              <a:defRPr sz="3733"/>
            </a:lvl2pPr>
            <a:lvl3pPr marL="1706910" indent="0" algn="ctr">
              <a:buNone/>
              <a:defRPr sz="3360"/>
            </a:lvl3pPr>
            <a:lvl4pPr marL="2560366" indent="0" algn="ctr">
              <a:buNone/>
              <a:defRPr sz="2987"/>
            </a:lvl4pPr>
            <a:lvl5pPr marL="3413821" indent="0" algn="ctr">
              <a:buNone/>
              <a:defRPr sz="2987"/>
            </a:lvl5pPr>
            <a:lvl6pPr marL="4267276" indent="0" algn="ctr">
              <a:buNone/>
              <a:defRPr sz="2987"/>
            </a:lvl6pPr>
            <a:lvl7pPr marL="5120731" indent="0" algn="ctr">
              <a:buNone/>
              <a:defRPr sz="2987"/>
            </a:lvl7pPr>
            <a:lvl8pPr marL="5974187" indent="0" algn="ctr">
              <a:buNone/>
              <a:defRPr sz="2987"/>
            </a:lvl8pPr>
            <a:lvl9pPr marL="6827642" indent="0" algn="ctr">
              <a:buNone/>
              <a:defRPr sz="2987"/>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75D1396B-410A-7254-3C3A-FF3A848F319F}"/>
              </a:ext>
            </a:extLst>
          </p:cNvPr>
          <p:cNvSpPr>
            <a:spLocks noGrp="1"/>
          </p:cNvSpPr>
          <p:nvPr>
            <p:ph type="dt" sz="half" idx="10"/>
          </p:nvPr>
        </p:nvSpPr>
        <p:spPr/>
        <p:txBody>
          <a:bodyPr/>
          <a:lstStyle/>
          <a:p>
            <a:fld id="{B6598C12-9871-4F0C-932B-A3DD578C87E3}" type="datetimeFigureOut">
              <a:rPr lang="tr-TR" smtClean="0"/>
              <a:t>13.01.2026</a:t>
            </a:fld>
            <a:endParaRPr lang="tr-TR"/>
          </a:p>
        </p:txBody>
      </p:sp>
      <p:sp>
        <p:nvSpPr>
          <p:cNvPr id="5" name="Alt Bilgi Yer Tutucusu 4">
            <a:extLst>
              <a:ext uri="{FF2B5EF4-FFF2-40B4-BE49-F238E27FC236}">
                <a16:creationId xmlns:a16="http://schemas.microsoft.com/office/drawing/2014/main" id="{C22B07AE-803D-4452-0F94-C7D9B31027C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5EFF9281-46D2-5411-7A03-7380DC7C0096}"/>
              </a:ext>
            </a:extLst>
          </p:cNvPr>
          <p:cNvSpPr>
            <a:spLocks noGrp="1"/>
          </p:cNvSpPr>
          <p:nvPr>
            <p:ph type="sldNum" sz="quarter" idx="12"/>
          </p:nvPr>
        </p:nvSpPr>
        <p:spPr/>
        <p:txBody>
          <a:bodyPr/>
          <a:lstStyle/>
          <a:p>
            <a:fld id="{4D7A3876-781D-47B4-95CC-C3257ACA2A8C}" type="slidenum">
              <a:rPr lang="tr-TR" smtClean="0"/>
              <a:t>‹#›</a:t>
            </a:fld>
            <a:endParaRPr lang="tr-TR"/>
          </a:p>
        </p:txBody>
      </p:sp>
    </p:spTree>
    <p:extLst>
      <p:ext uri="{BB962C8B-B14F-4D97-AF65-F5344CB8AC3E}">
        <p14:creationId xmlns:p14="http://schemas.microsoft.com/office/powerpoint/2010/main" val="3616809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E28C6A5-B0F9-8248-603A-30D125B76850}"/>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615251CF-05B2-A657-8F42-30B1B800AC1D}"/>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AD387E7-0449-E949-35DC-953F9B44627C}"/>
              </a:ext>
            </a:extLst>
          </p:cNvPr>
          <p:cNvSpPr>
            <a:spLocks noGrp="1"/>
          </p:cNvSpPr>
          <p:nvPr>
            <p:ph type="dt" sz="half" idx="10"/>
          </p:nvPr>
        </p:nvSpPr>
        <p:spPr/>
        <p:txBody>
          <a:bodyPr/>
          <a:lstStyle/>
          <a:p>
            <a:fld id="{B6598C12-9871-4F0C-932B-A3DD578C87E3}" type="datetimeFigureOut">
              <a:rPr lang="tr-TR" smtClean="0"/>
              <a:t>13.01.2026</a:t>
            </a:fld>
            <a:endParaRPr lang="tr-TR"/>
          </a:p>
        </p:txBody>
      </p:sp>
      <p:sp>
        <p:nvSpPr>
          <p:cNvPr id="5" name="Alt Bilgi Yer Tutucusu 4">
            <a:extLst>
              <a:ext uri="{FF2B5EF4-FFF2-40B4-BE49-F238E27FC236}">
                <a16:creationId xmlns:a16="http://schemas.microsoft.com/office/drawing/2014/main" id="{89501AA4-04FA-900F-0E3E-C9095B25A7D5}"/>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5F999E5A-9376-955E-D192-6C479FAACC07}"/>
              </a:ext>
            </a:extLst>
          </p:cNvPr>
          <p:cNvSpPr>
            <a:spLocks noGrp="1"/>
          </p:cNvSpPr>
          <p:nvPr>
            <p:ph type="sldNum" sz="quarter" idx="12"/>
          </p:nvPr>
        </p:nvSpPr>
        <p:spPr/>
        <p:txBody>
          <a:bodyPr/>
          <a:lstStyle/>
          <a:p>
            <a:fld id="{4D7A3876-781D-47B4-95CC-C3257ACA2A8C}" type="slidenum">
              <a:rPr lang="tr-TR" smtClean="0"/>
              <a:t>‹#›</a:t>
            </a:fld>
            <a:endParaRPr lang="tr-TR"/>
          </a:p>
        </p:txBody>
      </p:sp>
    </p:spTree>
    <p:extLst>
      <p:ext uri="{BB962C8B-B14F-4D97-AF65-F5344CB8AC3E}">
        <p14:creationId xmlns:p14="http://schemas.microsoft.com/office/powerpoint/2010/main" val="289258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714E359-15CE-E051-66AC-459718251F5C}"/>
              </a:ext>
            </a:extLst>
          </p:cNvPr>
          <p:cNvSpPr>
            <a:spLocks noGrp="1"/>
          </p:cNvSpPr>
          <p:nvPr>
            <p:ph type="title"/>
          </p:nvPr>
        </p:nvSpPr>
        <p:spPr>
          <a:xfrm>
            <a:off x="655082" y="3191512"/>
            <a:ext cx="8281035" cy="5325109"/>
          </a:xfrm>
        </p:spPr>
        <p:txBody>
          <a:bodyPr anchor="b"/>
          <a:lstStyle>
            <a:lvl1pPr>
              <a:defRPr sz="112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468BE577-AE2D-8BA7-D7AC-D70BDE34EE9D}"/>
              </a:ext>
            </a:extLst>
          </p:cNvPr>
          <p:cNvSpPr>
            <a:spLocks noGrp="1"/>
          </p:cNvSpPr>
          <p:nvPr>
            <p:ph type="body" idx="1"/>
          </p:nvPr>
        </p:nvSpPr>
        <p:spPr>
          <a:xfrm>
            <a:off x="655082" y="8566999"/>
            <a:ext cx="8281035" cy="2800349"/>
          </a:xfrm>
        </p:spPr>
        <p:txBody>
          <a:bodyPr/>
          <a:lstStyle>
            <a:lvl1pPr marL="0" indent="0">
              <a:buNone/>
              <a:defRPr sz="4480">
                <a:solidFill>
                  <a:schemeClr val="tx1">
                    <a:tint val="82000"/>
                  </a:schemeClr>
                </a:solidFill>
              </a:defRPr>
            </a:lvl1pPr>
            <a:lvl2pPr marL="853455" indent="0">
              <a:buNone/>
              <a:defRPr sz="3733">
                <a:solidFill>
                  <a:schemeClr val="tx1">
                    <a:tint val="82000"/>
                  </a:schemeClr>
                </a:solidFill>
              </a:defRPr>
            </a:lvl2pPr>
            <a:lvl3pPr marL="1706910" indent="0">
              <a:buNone/>
              <a:defRPr sz="3360">
                <a:solidFill>
                  <a:schemeClr val="tx1">
                    <a:tint val="82000"/>
                  </a:schemeClr>
                </a:solidFill>
              </a:defRPr>
            </a:lvl3pPr>
            <a:lvl4pPr marL="2560366" indent="0">
              <a:buNone/>
              <a:defRPr sz="2987">
                <a:solidFill>
                  <a:schemeClr val="tx1">
                    <a:tint val="82000"/>
                  </a:schemeClr>
                </a:solidFill>
              </a:defRPr>
            </a:lvl4pPr>
            <a:lvl5pPr marL="3413821" indent="0">
              <a:buNone/>
              <a:defRPr sz="2987">
                <a:solidFill>
                  <a:schemeClr val="tx1">
                    <a:tint val="82000"/>
                  </a:schemeClr>
                </a:solidFill>
              </a:defRPr>
            </a:lvl5pPr>
            <a:lvl6pPr marL="4267276" indent="0">
              <a:buNone/>
              <a:defRPr sz="2987">
                <a:solidFill>
                  <a:schemeClr val="tx1">
                    <a:tint val="82000"/>
                  </a:schemeClr>
                </a:solidFill>
              </a:defRPr>
            </a:lvl6pPr>
            <a:lvl7pPr marL="5120731" indent="0">
              <a:buNone/>
              <a:defRPr sz="2987">
                <a:solidFill>
                  <a:schemeClr val="tx1">
                    <a:tint val="82000"/>
                  </a:schemeClr>
                </a:solidFill>
              </a:defRPr>
            </a:lvl7pPr>
            <a:lvl8pPr marL="5974187" indent="0">
              <a:buNone/>
              <a:defRPr sz="2987">
                <a:solidFill>
                  <a:schemeClr val="tx1">
                    <a:tint val="82000"/>
                  </a:schemeClr>
                </a:solidFill>
              </a:defRPr>
            </a:lvl8pPr>
            <a:lvl9pPr marL="6827642" indent="0">
              <a:buNone/>
              <a:defRPr sz="2987">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04009A5E-2518-A7D7-E233-B3AA5A3DC8BA}"/>
              </a:ext>
            </a:extLst>
          </p:cNvPr>
          <p:cNvSpPr>
            <a:spLocks noGrp="1"/>
          </p:cNvSpPr>
          <p:nvPr>
            <p:ph type="dt" sz="half" idx="10"/>
          </p:nvPr>
        </p:nvSpPr>
        <p:spPr/>
        <p:txBody>
          <a:bodyPr/>
          <a:lstStyle/>
          <a:p>
            <a:fld id="{B6598C12-9871-4F0C-932B-A3DD578C87E3}" type="datetimeFigureOut">
              <a:rPr lang="tr-TR" smtClean="0"/>
              <a:t>13.01.2026</a:t>
            </a:fld>
            <a:endParaRPr lang="tr-TR"/>
          </a:p>
        </p:txBody>
      </p:sp>
      <p:sp>
        <p:nvSpPr>
          <p:cNvPr id="5" name="Alt Bilgi Yer Tutucusu 4">
            <a:extLst>
              <a:ext uri="{FF2B5EF4-FFF2-40B4-BE49-F238E27FC236}">
                <a16:creationId xmlns:a16="http://schemas.microsoft.com/office/drawing/2014/main" id="{858FA33D-6B2F-0408-5FE2-D9117C7D621C}"/>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E55501D5-8F08-F726-33FE-0723DF362D66}"/>
              </a:ext>
            </a:extLst>
          </p:cNvPr>
          <p:cNvSpPr>
            <a:spLocks noGrp="1"/>
          </p:cNvSpPr>
          <p:nvPr>
            <p:ph type="sldNum" sz="quarter" idx="12"/>
          </p:nvPr>
        </p:nvSpPr>
        <p:spPr/>
        <p:txBody>
          <a:bodyPr/>
          <a:lstStyle/>
          <a:p>
            <a:fld id="{4D7A3876-781D-47B4-95CC-C3257ACA2A8C}" type="slidenum">
              <a:rPr lang="tr-TR" smtClean="0"/>
              <a:t>‹#›</a:t>
            </a:fld>
            <a:endParaRPr lang="tr-TR"/>
          </a:p>
        </p:txBody>
      </p:sp>
    </p:spTree>
    <p:extLst>
      <p:ext uri="{BB962C8B-B14F-4D97-AF65-F5344CB8AC3E}">
        <p14:creationId xmlns:p14="http://schemas.microsoft.com/office/powerpoint/2010/main" val="1367377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D23FEC1-65B7-FCDF-0DDC-209921050FD8}"/>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928AB248-4377-AA76-6BFB-D40FF459A896}"/>
              </a:ext>
            </a:extLst>
          </p:cNvPr>
          <p:cNvSpPr>
            <a:spLocks noGrp="1"/>
          </p:cNvSpPr>
          <p:nvPr>
            <p:ph sz="half" idx="1"/>
          </p:nvPr>
        </p:nvSpPr>
        <p:spPr>
          <a:xfrm>
            <a:off x="660083" y="3407833"/>
            <a:ext cx="4080510" cy="812249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5FDB050F-D62B-89C4-714B-FDC34AB18410}"/>
              </a:ext>
            </a:extLst>
          </p:cNvPr>
          <p:cNvSpPr>
            <a:spLocks noGrp="1"/>
          </p:cNvSpPr>
          <p:nvPr>
            <p:ph sz="half" idx="2"/>
          </p:nvPr>
        </p:nvSpPr>
        <p:spPr>
          <a:xfrm>
            <a:off x="4860608" y="3407833"/>
            <a:ext cx="4080510" cy="812249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36E81C9A-822E-35B2-033A-8FC63BF10EC4}"/>
              </a:ext>
            </a:extLst>
          </p:cNvPr>
          <p:cNvSpPr>
            <a:spLocks noGrp="1"/>
          </p:cNvSpPr>
          <p:nvPr>
            <p:ph type="dt" sz="half" idx="10"/>
          </p:nvPr>
        </p:nvSpPr>
        <p:spPr/>
        <p:txBody>
          <a:bodyPr/>
          <a:lstStyle/>
          <a:p>
            <a:fld id="{B6598C12-9871-4F0C-932B-A3DD578C87E3}" type="datetimeFigureOut">
              <a:rPr lang="tr-TR" smtClean="0"/>
              <a:t>13.01.2026</a:t>
            </a:fld>
            <a:endParaRPr lang="tr-TR"/>
          </a:p>
        </p:txBody>
      </p:sp>
      <p:sp>
        <p:nvSpPr>
          <p:cNvPr id="6" name="Alt Bilgi Yer Tutucusu 5">
            <a:extLst>
              <a:ext uri="{FF2B5EF4-FFF2-40B4-BE49-F238E27FC236}">
                <a16:creationId xmlns:a16="http://schemas.microsoft.com/office/drawing/2014/main" id="{C1453858-D117-3A56-5755-BAEFE5CE9773}"/>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377DEF91-4B1F-C6CB-DE59-29F469429665}"/>
              </a:ext>
            </a:extLst>
          </p:cNvPr>
          <p:cNvSpPr>
            <a:spLocks noGrp="1"/>
          </p:cNvSpPr>
          <p:nvPr>
            <p:ph type="sldNum" sz="quarter" idx="12"/>
          </p:nvPr>
        </p:nvSpPr>
        <p:spPr/>
        <p:txBody>
          <a:bodyPr/>
          <a:lstStyle/>
          <a:p>
            <a:fld id="{4D7A3876-781D-47B4-95CC-C3257ACA2A8C}" type="slidenum">
              <a:rPr lang="tr-TR" smtClean="0"/>
              <a:t>‹#›</a:t>
            </a:fld>
            <a:endParaRPr lang="tr-TR"/>
          </a:p>
        </p:txBody>
      </p:sp>
    </p:spTree>
    <p:extLst>
      <p:ext uri="{BB962C8B-B14F-4D97-AF65-F5344CB8AC3E}">
        <p14:creationId xmlns:p14="http://schemas.microsoft.com/office/powerpoint/2010/main" val="3129259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07BFAF1-F20C-6B5C-82C5-677CBF1EF6B8}"/>
              </a:ext>
            </a:extLst>
          </p:cNvPr>
          <p:cNvSpPr>
            <a:spLocks noGrp="1"/>
          </p:cNvSpPr>
          <p:nvPr>
            <p:ph type="title"/>
          </p:nvPr>
        </p:nvSpPr>
        <p:spPr>
          <a:xfrm>
            <a:off x="661333" y="681568"/>
            <a:ext cx="8281035" cy="2474384"/>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0BBC0F99-50C4-F199-921A-508FC6335ECE}"/>
              </a:ext>
            </a:extLst>
          </p:cNvPr>
          <p:cNvSpPr>
            <a:spLocks noGrp="1"/>
          </p:cNvSpPr>
          <p:nvPr>
            <p:ph type="body" idx="1"/>
          </p:nvPr>
        </p:nvSpPr>
        <p:spPr>
          <a:xfrm>
            <a:off x="661334" y="3138171"/>
            <a:ext cx="4061757" cy="1537969"/>
          </a:xfrm>
        </p:spPr>
        <p:txBody>
          <a:bodyPr anchor="b"/>
          <a:lstStyle>
            <a:lvl1pPr marL="0" indent="0">
              <a:buNone/>
              <a:defRPr sz="4480" b="1"/>
            </a:lvl1pPr>
            <a:lvl2pPr marL="853455" indent="0">
              <a:buNone/>
              <a:defRPr sz="3733" b="1"/>
            </a:lvl2pPr>
            <a:lvl3pPr marL="1706910" indent="0">
              <a:buNone/>
              <a:defRPr sz="3360" b="1"/>
            </a:lvl3pPr>
            <a:lvl4pPr marL="2560366" indent="0">
              <a:buNone/>
              <a:defRPr sz="2987" b="1"/>
            </a:lvl4pPr>
            <a:lvl5pPr marL="3413821" indent="0">
              <a:buNone/>
              <a:defRPr sz="2987" b="1"/>
            </a:lvl5pPr>
            <a:lvl6pPr marL="4267276" indent="0">
              <a:buNone/>
              <a:defRPr sz="2987" b="1"/>
            </a:lvl6pPr>
            <a:lvl7pPr marL="5120731" indent="0">
              <a:buNone/>
              <a:defRPr sz="2987" b="1"/>
            </a:lvl7pPr>
            <a:lvl8pPr marL="5974187" indent="0">
              <a:buNone/>
              <a:defRPr sz="2987" b="1"/>
            </a:lvl8pPr>
            <a:lvl9pPr marL="6827642" indent="0">
              <a:buNone/>
              <a:defRPr sz="2987"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4B22CD3B-452C-C34A-9FF3-11672A2F2A03}"/>
              </a:ext>
            </a:extLst>
          </p:cNvPr>
          <p:cNvSpPr>
            <a:spLocks noGrp="1"/>
          </p:cNvSpPr>
          <p:nvPr>
            <p:ph sz="half" idx="2"/>
          </p:nvPr>
        </p:nvSpPr>
        <p:spPr>
          <a:xfrm>
            <a:off x="661334" y="4676140"/>
            <a:ext cx="4061757" cy="687789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405ADBE1-B0F7-19D1-6105-ADB5E852FA53}"/>
              </a:ext>
            </a:extLst>
          </p:cNvPr>
          <p:cNvSpPr>
            <a:spLocks noGrp="1"/>
          </p:cNvSpPr>
          <p:nvPr>
            <p:ph type="body" sz="quarter" idx="3"/>
          </p:nvPr>
        </p:nvSpPr>
        <p:spPr>
          <a:xfrm>
            <a:off x="4860607" y="3138171"/>
            <a:ext cx="4081761" cy="1537969"/>
          </a:xfrm>
        </p:spPr>
        <p:txBody>
          <a:bodyPr anchor="b"/>
          <a:lstStyle>
            <a:lvl1pPr marL="0" indent="0">
              <a:buNone/>
              <a:defRPr sz="4480" b="1"/>
            </a:lvl1pPr>
            <a:lvl2pPr marL="853455" indent="0">
              <a:buNone/>
              <a:defRPr sz="3733" b="1"/>
            </a:lvl2pPr>
            <a:lvl3pPr marL="1706910" indent="0">
              <a:buNone/>
              <a:defRPr sz="3360" b="1"/>
            </a:lvl3pPr>
            <a:lvl4pPr marL="2560366" indent="0">
              <a:buNone/>
              <a:defRPr sz="2987" b="1"/>
            </a:lvl4pPr>
            <a:lvl5pPr marL="3413821" indent="0">
              <a:buNone/>
              <a:defRPr sz="2987" b="1"/>
            </a:lvl5pPr>
            <a:lvl6pPr marL="4267276" indent="0">
              <a:buNone/>
              <a:defRPr sz="2987" b="1"/>
            </a:lvl6pPr>
            <a:lvl7pPr marL="5120731" indent="0">
              <a:buNone/>
              <a:defRPr sz="2987" b="1"/>
            </a:lvl7pPr>
            <a:lvl8pPr marL="5974187" indent="0">
              <a:buNone/>
              <a:defRPr sz="2987" b="1"/>
            </a:lvl8pPr>
            <a:lvl9pPr marL="6827642" indent="0">
              <a:buNone/>
              <a:defRPr sz="2987"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1B730DAE-ACB8-83AE-5B23-6D0F75AA728C}"/>
              </a:ext>
            </a:extLst>
          </p:cNvPr>
          <p:cNvSpPr>
            <a:spLocks noGrp="1"/>
          </p:cNvSpPr>
          <p:nvPr>
            <p:ph sz="quarter" idx="4"/>
          </p:nvPr>
        </p:nvSpPr>
        <p:spPr>
          <a:xfrm>
            <a:off x="4860607" y="4676140"/>
            <a:ext cx="4081761" cy="687789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245B391D-79C2-419D-C13B-362FC5C539EB}"/>
              </a:ext>
            </a:extLst>
          </p:cNvPr>
          <p:cNvSpPr>
            <a:spLocks noGrp="1"/>
          </p:cNvSpPr>
          <p:nvPr>
            <p:ph type="dt" sz="half" idx="10"/>
          </p:nvPr>
        </p:nvSpPr>
        <p:spPr/>
        <p:txBody>
          <a:bodyPr/>
          <a:lstStyle/>
          <a:p>
            <a:fld id="{B6598C12-9871-4F0C-932B-A3DD578C87E3}" type="datetimeFigureOut">
              <a:rPr lang="tr-TR" smtClean="0"/>
              <a:t>13.01.2026</a:t>
            </a:fld>
            <a:endParaRPr lang="tr-TR"/>
          </a:p>
        </p:txBody>
      </p:sp>
      <p:sp>
        <p:nvSpPr>
          <p:cNvPr id="8" name="Alt Bilgi Yer Tutucusu 7">
            <a:extLst>
              <a:ext uri="{FF2B5EF4-FFF2-40B4-BE49-F238E27FC236}">
                <a16:creationId xmlns:a16="http://schemas.microsoft.com/office/drawing/2014/main" id="{A78DAB07-58A0-EF1F-ECCB-DDB420E68724}"/>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D198E8F7-BDA9-D9E6-3A47-3E32D4CE970B}"/>
              </a:ext>
            </a:extLst>
          </p:cNvPr>
          <p:cNvSpPr>
            <a:spLocks noGrp="1"/>
          </p:cNvSpPr>
          <p:nvPr>
            <p:ph type="sldNum" sz="quarter" idx="12"/>
          </p:nvPr>
        </p:nvSpPr>
        <p:spPr/>
        <p:txBody>
          <a:bodyPr/>
          <a:lstStyle/>
          <a:p>
            <a:fld id="{4D7A3876-781D-47B4-95CC-C3257ACA2A8C}" type="slidenum">
              <a:rPr lang="tr-TR" smtClean="0"/>
              <a:t>‹#›</a:t>
            </a:fld>
            <a:endParaRPr lang="tr-TR"/>
          </a:p>
        </p:txBody>
      </p:sp>
    </p:spTree>
    <p:extLst>
      <p:ext uri="{BB962C8B-B14F-4D97-AF65-F5344CB8AC3E}">
        <p14:creationId xmlns:p14="http://schemas.microsoft.com/office/powerpoint/2010/main" val="1769783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A899C2B-DF42-DA7D-897B-C9ECF8A3D61C}"/>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86186FD9-2579-EA41-8757-5470ACCFC130}"/>
              </a:ext>
            </a:extLst>
          </p:cNvPr>
          <p:cNvSpPr>
            <a:spLocks noGrp="1"/>
          </p:cNvSpPr>
          <p:nvPr>
            <p:ph type="dt" sz="half" idx="10"/>
          </p:nvPr>
        </p:nvSpPr>
        <p:spPr/>
        <p:txBody>
          <a:bodyPr/>
          <a:lstStyle/>
          <a:p>
            <a:fld id="{B6598C12-9871-4F0C-932B-A3DD578C87E3}" type="datetimeFigureOut">
              <a:rPr lang="tr-TR" smtClean="0"/>
              <a:t>13.01.2026</a:t>
            </a:fld>
            <a:endParaRPr lang="tr-TR"/>
          </a:p>
        </p:txBody>
      </p:sp>
      <p:sp>
        <p:nvSpPr>
          <p:cNvPr id="4" name="Alt Bilgi Yer Tutucusu 3">
            <a:extLst>
              <a:ext uri="{FF2B5EF4-FFF2-40B4-BE49-F238E27FC236}">
                <a16:creationId xmlns:a16="http://schemas.microsoft.com/office/drawing/2014/main" id="{CBB0ECEE-56CF-761F-D093-1192DBFCDE2F}"/>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F56B584E-AB0A-26DC-6FED-D93D88006733}"/>
              </a:ext>
            </a:extLst>
          </p:cNvPr>
          <p:cNvSpPr>
            <a:spLocks noGrp="1"/>
          </p:cNvSpPr>
          <p:nvPr>
            <p:ph type="sldNum" sz="quarter" idx="12"/>
          </p:nvPr>
        </p:nvSpPr>
        <p:spPr/>
        <p:txBody>
          <a:bodyPr/>
          <a:lstStyle/>
          <a:p>
            <a:fld id="{4D7A3876-781D-47B4-95CC-C3257ACA2A8C}" type="slidenum">
              <a:rPr lang="tr-TR" smtClean="0"/>
              <a:t>‹#›</a:t>
            </a:fld>
            <a:endParaRPr lang="tr-TR"/>
          </a:p>
        </p:txBody>
      </p:sp>
    </p:spTree>
    <p:extLst>
      <p:ext uri="{BB962C8B-B14F-4D97-AF65-F5344CB8AC3E}">
        <p14:creationId xmlns:p14="http://schemas.microsoft.com/office/powerpoint/2010/main" val="2311403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8D89BFBC-19FF-78DF-15FD-C426E83385E9}"/>
              </a:ext>
            </a:extLst>
          </p:cNvPr>
          <p:cNvSpPr>
            <a:spLocks noGrp="1"/>
          </p:cNvSpPr>
          <p:nvPr>
            <p:ph type="dt" sz="half" idx="10"/>
          </p:nvPr>
        </p:nvSpPr>
        <p:spPr/>
        <p:txBody>
          <a:bodyPr/>
          <a:lstStyle/>
          <a:p>
            <a:fld id="{B6598C12-9871-4F0C-932B-A3DD578C87E3}" type="datetimeFigureOut">
              <a:rPr lang="tr-TR" smtClean="0"/>
              <a:t>13.01.2026</a:t>
            </a:fld>
            <a:endParaRPr lang="tr-TR"/>
          </a:p>
        </p:txBody>
      </p:sp>
      <p:sp>
        <p:nvSpPr>
          <p:cNvPr id="3" name="Alt Bilgi Yer Tutucusu 2">
            <a:extLst>
              <a:ext uri="{FF2B5EF4-FFF2-40B4-BE49-F238E27FC236}">
                <a16:creationId xmlns:a16="http://schemas.microsoft.com/office/drawing/2014/main" id="{E651B3CF-D584-A871-C910-9203288857C4}"/>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3C11CC73-42EE-4A4C-63FD-1F035FCA7826}"/>
              </a:ext>
            </a:extLst>
          </p:cNvPr>
          <p:cNvSpPr>
            <a:spLocks noGrp="1"/>
          </p:cNvSpPr>
          <p:nvPr>
            <p:ph type="sldNum" sz="quarter" idx="12"/>
          </p:nvPr>
        </p:nvSpPr>
        <p:spPr/>
        <p:txBody>
          <a:bodyPr/>
          <a:lstStyle/>
          <a:p>
            <a:fld id="{4D7A3876-781D-47B4-95CC-C3257ACA2A8C}" type="slidenum">
              <a:rPr lang="tr-TR" smtClean="0"/>
              <a:t>‹#›</a:t>
            </a:fld>
            <a:endParaRPr lang="tr-TR"/>
          </a:p>
        </p:txBody>
      </p:sp>
    </p:spTree>
    <p:extLst>
      <p:ext uri="{BB962C8B-B14F-4D97-AF65-F5344CB8AC3E}">
        <p14:creationId xmlns:p14="http://schemas.microsoft.com/office/powerpoint/2010/main" val="1397853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B22449B-6525-F7AE-6AA8-D17329722426}"/>
              </a:ext>
            </a:extLst>
          </p:cNvPr>
          <p:cNvSpPr>
            <a:spLocks noGrp="1"/>
          </p:cNvSpPr>
          <p:nvPr>
            <p:ph type="title"/>
          </p:nvPr>
        </p:nvSpPr>
        <p:spPr>
          <a:xfrm>
            <a:off x="661333" y="853440"/>
            <a:ext cx="3096637" cy="2987040"/>
          </a:xfrm>
        </p:spPr>
        <p:txBody>
          <a:bodyPr anchor="b"/>
          <a:lstStyle>
            <a:lvl1pPr>
              <a:defRPr sz="5973"/>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040D0FCD-A3BD-A8E4-966B-CE7AEED4C87E}"/>
              </a:ext>
            </a:extLst>
          </p:cNvPr>
          <p:cNvSpPr>
            <a:spLocks noGrp="1"/>
          </p:cNvSpPr>
          <p:nvPr>
            <p:ph idx="1"/>
          </p:nvPr>
        </p:nvSpPr>
        <p:spPr>
          <a:xfrm>
            <a:off x="4081760" y="1843194"/>
            <a:ext cx="4860608" cy="9097433"/>
          </a:xfrm>
        </p:spPr>
        <p:txBody>
          <a:bodyPr/>
          <a:lstStyle>
            <a:lvl1pPr>
              <a:defRPr sz="5973"/>
            </a:lvl1pPr>
            <a:lvl2pPr>
              <a:defRPr sz="5227"/>
            </a:lvl2pPr>
            <a:lvl3pPr>
              <a:defRPr sz="4480"/>
            </a:lvl3pPr>
            <a:lvl4pPr>
              <a:defRPr sz="3733"/>
            </a:lvl4pPr>
            <a:lvl5pPr>
              <a:defRPr sz="3733"/>
            </a:lvl5pPr>
            <a:lvl6pPr>
              <a:defRPr sz="3733"/>
            </a:lvl6pPr>
            <a:lvl7pPr>
              <a:defRPr sz="3733"/>
            </a:lvl7pPr>
            <a:lvl8pPr>
              <a:defRPr sz="3733"/>
            </a:lvl8pPr>
            <a:lvl9pPr>
              <a:defRPr sz="3733"/>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5D62CFD3-3BB9-E440-A4C1-14F25E5D8451}"/>
              </a:ext>
            </a:extLst>
          </p:cNvPr>
          <p:cNvSpPr>
            <a:spLocks noGrp="1"/>
          </p:cNvSpPr>
          <p:nvPr>
            <p:ph type="body" sz="half" idx="2"/>
          </p:nvPr>
        </p:nvSpPr>
        <p:spPr>
          <a:xfrm>
            <a:off x="661333" y="3840480"/>
            <a:ext cx="3096637" cy="7114964"/>
          </a:xfrm>
        </p:spPr>
        <p:txBody>
          <a:bodyPr/>
          <a:lstStyle>
            <a:lvl1pPr marL="0" indent="0">
              <a:buNone/>
              <a:defRPr sz="2987"/>
            </a:lvl1pPr>
            <a:lvl2pPr marL="853455" indent="0">
              <a:buNone/>
              <a:defRPr sz="2613"/>
            </a:lvl2pPr>
            <a:lvl3pPr marL="1706910" indent="0">
              <a:buNone/>
              <a:defRPr sz="2240"/>
            </a:lvl3pPr>
            <a:lvl4pPr marL="2560366" indent="0">
              <a:buNone/>
              <a:defRPr sz="1867"/>
            </a:lvl4pPr>
            <a:lvl5pPr marL="3413821" indent="0">
              <a:buNone/>
              <a:defRPr sz="1867"/>
            </a:lvl5pPr>
            <a:lvl6pPr marL="4267276" indent="0">
              <a:buNone/>
              <a:defRPr sz="1867"/>
            </a:lvl6pPr>
            <a:lvl7pPr marL="5120731" indent="0">
              <a:buNone/>
              <a:defRPr sz="1867"/>
            </a:lvl7pPr>
            <a:lvl8pPr marL="5974187" indent="0">
              <a:buNone/>
              <a:defRPr sz="1867"/>
            </a:lvl8pPr>
            <a:lvl9pPr marL="6827642" indent="0">
              <a:buNone/>
              <a:defRPr sz="1867"/>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0FDFBC8C-6AC2-D676-0C9E-AC467E7F9F33}"/>
              </a:ext>
            </a:extLst>
          </p:cNvPr>
          <p:cNvSpPr>
            <a:spLocks noGrp="1"/>
          </p:cNvSpPr>
          <p:nvPr>
            <p:ph type="dt" sz="half" idx="10"/>
          </p:nvPr>
        </p:nvSpPr>
        <p:spPr/>
        <p:txBody>
          <a:bodyPr/>
          <a:lstStyle/>
          <a:p>
            <a:fld id="{B6598C12-9871-4F0C-932B-A3DD578C87E3}" type="datetimeFigureOut">
              <a:rPr lang="tr-TR" smtClean="0"/>
              <a:t>13.01.2026</a:t>
            </a:fld>
            <a:endParaRPr lang="tr-TR"/>
          </a:p>
        </p:txBody>
      </p:sp>
      <p:sp>
        <p:nvSpPr>
          <p:cNvPr id="6" name="Alt Bilgi Yer Tutucusu 5">
            <a:extLst>
              <a:ext uri="{FF2B5EF4-FFF2-40B4-BE49-F238E27FC236}">
                <a16:creationId xmlns:a16="http://schemas.microsoft.com/office/drawing/2014/main" id="{7AA43C65-BBB7-7C99-93C5-77D7F36E1737}"/>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39A183DC-5D16-59DC-B5D5-55DA1FA39A00}"/>
              </a:ext>
            </a:extLst>
          </p:cNvPr>
          <p:cNvSpPr>
            <a:spLocks noGrp="1"/>
          </p:cNvSpPr>
          <p:nvPr>
            <p:ph type="sldNum" sz="quarter" idx="12"/>
          </p:nvPr>
        </p:nvSpPr>
        <p:spPr/>
        <p:txBody>
          <a:bodyPr/>
          <a:lstStyle/>
          <a:p>
            <a:fld id="{4D7A3876-781D-47B4-95CC-C3257ACA2A8C}" type="slidenum">
              <a:rPr lang="tr-TR" smtClean="0"/>
              <a:t>‹#›</a:t>
            </a:fld>
            <a:endParaRPr lang="tr-TR"/>
          </a:p>
        </p:txBody>
      </p:sp>
    </p:spTree>
    <p:extLst>
      <p:ext uri="{BB962C8B-B14F-4D97-AF65-F5344CB8AC3E}">
        <p14:creationId xmlns:p14="http://schemas.microsoft.com/office/powerpoint/2010/main" val="524348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6E70DE4-86D5-2375-A33E-1F4FD4DBE44D}"/>
              </a:ext>
            </a:extLst>
          </p:cNvPr>
          <p:cNvSpPr>
            <a:spLocks noGrp="1"/>
          </p:cNvSpPr>
          <p:nvPr>
            <p:ph type="title"/>
          </p:nvPr>
        </p:nvSpPr>
        <p:spPr>
          <a:xfrm>
            <a:off x="661333" y="853440"/>
            <a:ext cx="3096637" cy="2987040"/>
          </a:xfrm>
        </p:spPr>
        <p:txBody>
          <a:bodyPr anchor="b"/>
          <a:lstStyle>
            <a:lvl1pPr>
              <a:defRPr sz="5973"/>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BFCCE714-9D3D-E197-70A6-836A1FE38842}"/>
              </a:ext>
            </a:extLst>
          </p:cNvPr>
          <p:cNvSpPr>
            <a:spLocks noGrp="1"/>
          </p:cNvSpPr>
          <p:nvPr>
            <p:ph type="pic" idx="1"/>
          </p:nvPr>
        </p:nvSpPr>
        <p:spPr>
          <a:xfrm>
            <a:off x="4081760" y="1843194"/>
            <a:ext cx="4860608" cy="9097433"/>
          </a:xfrm>
        </p:spPr>
        <p:txBody>
          <a:bodyPr/>
          <a:lstStyle>
            <a:lvl1pPr marL="0" indent="0">
              <a:buNone/>
              <a:defRPr sz="5973"/>
            </a:lvl1pPr>
            <a:lvl2pPr marL="853455" indent="0">
              <a:buNone/>
              <a:defRPr sz="5227"/>
            </a:lvl2pPr>
            <a:lvl3pPr marL="1706910" indent="0">
              <a:buNone/>
              <a:defRPr sz="4480"/>
            </a:lvl3pPr>
            <a:lvl4pPr marL="2560366" indent="0">
              <a:buNone/>
              <a:defRPr sz="3733"/>
            </a:lvl4pPr>
            <a:lvl5pPr marL="3413821" indent="0">
              <a:buNone/>
              <a:defRPr sz="3733"/>
            </a:lvl5pPr>
            <a:lvl6pPr marL="4267276" indent="0">
              <a:buNone/>
              <a:defRPr sz="3733"/>
            </a:lvl6pPr>
            <a:lvl7pPr marL="5120731" indent="0">
              <a:buNone/>
              <a:defRPr sz="3733"/>
            </a:lvl7pPr>
            <a:lvl8pPr marL="5974187" indent="0">
              <a:buNone/>
              <a:defRPr sz="3733"/>
            </a:lvl8pPr>
            <a:lvl9pPr marL="6827642" indent="0">
              <a:buNone/>
              <a:defRPr sz="3733"/>
            </a:lvl9pPr>
          </a:lstStyle>
          <a:p>
            <a:endParaRPr lang="tr-TR"/>
          </a:p>
        </p:txBody>
      </p:sp>
      <p:sp>
        <p:nvSpPr>
          <p:cNvPr id="4" name="Metin Yer Tutucusu 3">
            <a:extLst>
              <a:ext uri="{FF2B5EF4-FFF2-40B4-BE49-F238E27FC236}">
                <a16:creationId xmlns:a16="http://schemas.microsoft.com/office/drawing/2014/main" id="{A4B3CC1C-00B6-E0AA-DF65-17D0DF7D846A}"/>
              </a:ext>
            </a:extLst>
          </p:cNvPr>
          <p:cNvSpPr>
            <a:spLocks noGrp="1"/>
          </p:cNvSpPr>
          <p:nvPr>
            <p:ph type="body" sz="half" idx="2"/>
          </p:nvPr>
        </p:nvSpPr>
        <p:spPr>
          <a:xfrm>
            <a:off x="661333" y="3840480"/>
            <a:ext cx="3096637" cy="7114964"/>
          </a:xfrm>
        </p:spPr>
        <p:txBody>
          <a:bodyPr/>
          <a:lstStyle>
            <a:lvl1pPr marL="0" indent="0">
              <a:buNone/>
              <a:defRPr sz="2987"/>
            </a:lvl1pPr>
            <a:lvl2pPr marL="853455" indent="0">
              <a:buNone/>
              <a:defRPr sz="2613"/>
            </a:lvl2pPr>
            <a:lvl3pPr marL="1706910" indent="0">
              <a:buNone/>
              <a:defRPr sz="2240"/>
            </a:lvl3pPr>
            <a:lvl4pPr marL="2560366" indent="0">
              <a:buNone/>
              <a:defRPr sz="1867"/>
            </a:lvl4pPr>
            <a:lvl5pPr marL="3413821" indent="0">
              <a:buNone/>
              <a:defRPr sz="1867"/>
            </a:lvl5pPr>
            <a:lvl6pPr marL="4267276" indent="0">
              <a:buNone/>
              <a:defRPr sz="1867"/>
            </a:lvl6pPr>
            <a:lvl7pPr marL="5120731" indent="0">
              <a:buNone/>
              <a:defRPr sz="1867"/>
            </a:lvl7pPr>
            <a:lvl8pPr marL="5974187" indent="0">
              <a:buNone/>
              <a:defRPr sz="1867"/>
            </a:lvl8pPr>
            <a:lvl9pPr marL="6827642" indent="0">
              <a:buNone/>
              <a:defRPr sz="1867"/>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92BDDCE9-08E1-7566-116B-A3DC17376F89}"/>
              </a:ext>
            </a:extLst>
          </p:cNvPr>
          <p:cNvSpPr>
            <a:spLocks noGrp="1"/>
          </p:cNvSpPr>
          <p:nvPr>
            <p:ph type="dt" sz="half" idx="10"/>
          </p:nvPr>
        </p:nvSpPr>
        <p:spPr/>
        <p:txBody>
          <a:bodyPr/>
          <a:lstStyle/>
          <a:p>
            <a:fld id="{B6598C12-9871-4F0C-932B-A3DD578C87E3}" type="datetimeFigureOut">
              <a:rPr lang="tr-TR" smtClean="0"/>
              <a:t>13.01.2026</a:t>
            </a:fld>
            <a:endParaRPr lang="tr-TR"/>
          </a:p>
        </p:txBody>
      </p:sp>
      <p:sp>
        <p:nvSpPr>
          <p:cNvPr id="6" name="Alt Bilgi Yer Tutucusu 5">
            <a:extLst>
              <a:ext uri="{FF2B5EF4-FFF2-40B4-BE49-F238E27FC236}">
                <a16:creationId xmlns:a16="http://schemas.microsoft.com/office/drawing/2014/main" id="{23A18281-E70B-06EF-B11E-D48355F00124}"/>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80D095A1-8D6D-4CE1-4AB1-0DE1B16F4203}"/>
              </a:ext>
            </a:extLst>
          </p:cNvPr>
          <p:cNvSpPr>
            <a:spLocks noGrp="1"/>
          </p:cNvSpPr>
          <p:nvPr>
            <p:ph type="sldNum" sz="quarter" idx="12"/>
          </p:nvPr>
        </p:nvSpPr>
        <p:spPr/>
        <p:txBody>
          <a:bodyPr/>
          <a:lstStyle/>
          <a:p>
            <a:fld id="{4D7A3876-781D-47B4-95CC-C3257ACA2A8C}" type="slidenum">
              <a:rPr lang="tr-TR" smtClean="0"/>
              <a:t>‹#›</a:t>
            </a:fld>
            <a:endParaRPr lang="tr-TR"/>
          </a:p>
        </p:txBody>
      </p:sp>
    </p:spTree>
    <p:extLst>
      <p:ext uri="{BB962C8B-B14F-4D97-AF65-F5344CB8AC3E}">
        <p14:creationId xmlns:p14="http://schemas.microsoft.com/office/powerpoint/2010/main" val="1146000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ABC083B-631D-3566-30D0-C54609FD3323}"/>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6D87A229-7999-DEA3-7A00-4C1C2317B79A}"/>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EF04B5CD-4074-923E-6B5E-6750A2F99FA0}"/>
              </a:ext>
            </a:extLst>
          </p:cNvPr>
          <p:cNvSpPr>
            <a:spLocks noGrp="1"/>
          </p:cNvSpPr>
          <p:nvPr>
            <p:ph type="dt" sz="half" idx="10"/>
          </p:nvPr>
        </p:nvSpPr>
        <p:spPr/>
        <p:txBody>
          <a:bodyPr/>
          <a:lstStyle/>
          <a:p>
            <a:fld id="{B6598C12-9871-4F0C-932B-A3DD578C87E3}" type="datetimeFigureOut">
              <a:rPr lang="tr-TR" smtClean="0"/>
              <a:t>13.01.2026</a:t>
            </a:fld>
            <a:endParaRPr lang="tr-TR"/>
          </a:p>
        </p:txBody>
      </p:sp>
      <p:sp>
        <p:nvSpPr>
          <p:cNvPr id="5" name="Alt Bilgi Yer Tutucusu 4">
            <a:extLst>
              <a:ext uri="{FF2B5EF4-FFF2-40B4-BE49-F238E27FC236}">
                <a16:creationId xmlns:a16="http://schemas.microsoft.com/office/drawing/2014/main" id="{E502AE2E-9062-BFEA-D8A2-9EA67EFE2ED7}"/>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BFDF3C2D-9020-5502-8B42-35B4205CB55E}"/>
              </a:ext>
            </a:extLst>
          </p:cNvPr>
          <p:cNvSpPr>
            <a:spLocks noGrp="1"/>
          </p:cNvSpPr>
          <p:nvPr>
            <p:ph type="sldNum" sz="quarter" idx="12"/>
          </p:nvPr>
        </p:nvSpPr>
        <p:spPr/>
        <p:txBody>
          <a:bodyPr/>
          <a:lstStyle/>
          <a:p>
            <a:fld id="{4D7A3876-781D-47B4-95CC-C3257ACA2A8C}" type="slidenum">
              <a:rPr lang="tr-TR" smtClean="0"/>
              <a:t>‹#›</a:t>
            </a:fld>
            <a:endParaRPr lang="tr-TR"/>
          </a:p>
        </p:txBody>
      </p:sp>
    </p:spTree>
    <p:extLst>
      <p:ext uri="{BB962C8B-B14F-4D97-AF65-F5344CB8AC3E}">
        <p14:creationId xmlns:p14="http://schemas.microsoft.com/office/powerpoint/2010/main" val="1369038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588BC926-BF96-5330-E5FB-A1EC323EF521}"/>
              </a:ext>
            </a:extLst>
          </p:cNvPr>
          <p:cNvSpPr>
            <a:spLocks noGrp="1"/>
          </p:cNvSpPr>
          <p:nvPr>
            <p:ph type="title" orient="vert"/>
          </p:nvPr>
        </p:nvSpPr>
        <p:spPr>
          <a:xfrm>
            <a:off x="6870859" y="681567"/>
            <a:ext cx="2070259" cy="10848764"/>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75D17021-82C6-F801-711A-786FC7C57C73}"/>
              </a:ext>
            </a:extLst>
          </p:cNvPr>
          <p:cNvSpPr>
            <a:spLocks noGrp="1"/>
          </p:cNvSpPr>
          <p:nvPr>
            <p:ph type="body" orient="vert" idx="1"/>
          </p:nvPr>
        </p:nvSpPr>
        <p:spPr>
          <a:xfrm>
            <a:off x="660083" y="681567"/>
            <a:ext cx="6090761" cy="10848764"/>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F4C379CB-30B6-8CA3-FF1D-8E00F30E9FC0}"/>
              </a:ext>
            </a:extLst>
          </p:cNvPr>
          <p:cNvSpPr>
            <a:spLocks noGrp="1"/>
          </p:cNvSpPr>
          <p:nvPr>
            <p:ph type="dt" sz="half" idx="10"/>
          </p:nvPr>
        </p:nvSpPr>
        <p:spPr/>
        <p:txBody>
          <a:bodyPr/>
          <a:lstStyle/>
          <a:p>
            <a:fld id="{B6598C12-9871-4F0C-932B-A3DD578C87E3}" type="datetimeFigureOut">
              <a:rPr lang="tr-TR" smtClean="0"/>
              <a:t>13.01.2026</a:t>
            </a:fld>
            <a:endParaRPr lang="tr-TR"/>
          </a:p>
        </p:txBody>
      </p:sp>
      <p:sp>
        <p:nvSpPr>
          <p:cNvPr id="5" name="Alt Bilgi Yer Tutucusu 4">
            <a:extLst>
              <a:ext uri="{FF2B5EF4-FFF2-40B4-BE49-F238E27FC236}">
                <a16:creationId xmlns:a16="http://schemas.microsoft.com/office/drawing/2014/main" id="{9E25D1BC-5C03-884B-1E7C-DCE1B4C5C0C3}"/>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E90C36F-F820-7DE0-0DFD-200E91154ED6}"/>
              </a:ext>
            </a:extLst>
          </p:cNvPr>
          <p:cNvSpPr>
            <a:spLocks noGrp="1"/>
          </p:cNvSpPr>
          <p:nvPr>
            <p:ph type="sldNum" sz="quarter" idx="12"/>
          </p:nvPr>
        </p:nvSpPr>
        <p:spPr/>
        <p:txBody>
          <a:bodyPr/>
          <a:lstStyle/>
          <a:p>
            <a:fld id="{4D7A3876-781D-47B4-95CC-C3257ACA2A8C}" type="slidenum">
              <a:rPr lang="tr-TR" smtClean="0"/>
              <a:t>‹#›</a:t>
            </a:fld>
            <a:endParaRPr lang="tr-TR"/>
          </a:p>
        </p:txBody>
      </p:sp>
    </p:spTree>
    <p:extLst>
      <p:ext uri="{BB962C8B-B14F-4D97-AF65-F5344CB8AC3E}">
        <p14:creationId xmlns:p14="http://schemas.microsoft.com/office/powerpoint/2010/main" val="708913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63691973-D4EF-73AF-5114-E9CD939C7D84}"/>
              </a:ext>
            </a:extLst>
          </p:cNvPr>
          <p:cNvSpPr>
            <a:spLocks noGrp="1"/>
          </p:cNvSpPr>
          <p:nvPr>
            <p:ph type="title"/>
          </p:nvPr>
        </p:nvSpPr>
        <p:spPr>
          <a:xfrm>
            <a:off x="660083" y="681568"/>
            <a:ext cx="8281035" cy="2474384"/>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5DC03C57-CCF2-D65F-C8E7-F3D9E5A03D82}"/>
              </a:ext>
            </a:extLst>
          </p:cNvPr>
          <p:cNvSpPr>
            <a:spLocks noGrp="1"/>
          </p:cNvSpPr>
          <p:nvPr>
            <p:ph type="body" idx="1"/>
          </p:nvPr>
        </p:nvSpPr>
        <p:spPr>
          <a:xfrm>
            <a:off x="660083" y="3407833"/>
            <a:ext cx="8281035" cy="812249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0C8E0491-3B3F-929F-02D2-004A7669F987}"/>
              </a:ext>
            </a:extLst>
          </p:cNvPr>
          <p:cNvSpPr>
            <a:spLocks noGrp="1"/>
          </p:cNvSpPr>
          <p:nvPr>
            <p:ph type="dt" sz="half" idx="2"/>
          </p:nvPr>
        </p:nvSpPr>
        <p:spPr>
          <a:xfrm>
            <a:off x="660083" y="11865187"/>
            <a:ext cx="2160270" cy="681567"/>
          </a:xfrm>
          <a:prstGeom prst="rect">
            <a:avLst/>
          </a:prstGeom>
        </p:spPr>
        <p:txBody>
          <a:bodyPr vert="horz" lIns="91440" tIns="45720" rIns="91440" bIns="45720" rtlCol="0" anchor="ctr"/>
          <a:lstStyle>
            <a:lvl1pPr algn="l">
              <a:defRPr sz="2240">
                <a:solidFill>
                  <a:schemeClr val="tx1">
                    <a:tint val="82000"/>
                  </a:schemeClr>
                </a:solidFill>
              </a:defRPr>
            </a:lvl1pPr>
          </a:lstStyle>
          <a:p>
            <a:fld id="{B6598C12-9871-4F0C-932B-A3DD578C87E3}" type="datetimeFigureOut">
              <a:rPr lang="tr-TR" smtClean="0"/>
              <a:t>13.01.2026</a:t>
            </a:fld>
            <a:endParaRPr lang="tr-TR"/>
          </a:p>
        </p:txBody>
      </p:sp>
      <p:sp>
        <p:nvSpPr>
          <p:cNvPr id="5" name="Alt Bilgi Yer Tutucusu 4">
            <a:extLst>
              <a:ext uri="{FF2B5EF4-FFF2-40B4-BE49-F238E27FC236}">
                <a16:creationId xmlns:a16="http://schemas.microsoft.com/office/drawing/2014/main" id="{8B59AE39-D795-5190-A7BA-9431BE10653C}"/>
              </a:ext>
            </a:extLst>
          </p:cNvPr>
          <p:cNvSpPr>
            <a:spLocks noGrp="1"/>
          </p:cNvSpPr>
          <p:nvPr>
            <p:ph type="ftr" sz="quarter" idx="3"/>
          </p:nvPr>
        </p:nvSpPr>
        <p:spPr>
          <a:xfrm>
            <a:off x="3180398" y="11865187"/>
            <a:ext cx="3240405" cy="681567"/>
          </a:xfrm>
          <a:prstGeom prst="rect">
            <a:avLst/>
          </a:prstGeom>
        </p:spPr>
        <p:txBody>
          <a:bodyPr vert="horz" lIns="91440" tIns="45720" rIns="91440" bIns="45720" rtlCol="0" anchor="ctr"/>
          <a:lstStyle>
            <a:lvl1pPr algn="ctr">
              <a:defRPr sz="224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96F7175B-EA81-1A29-9303-8026D012A7DD}"/>
              </a:ext>
            </a:extLst>
          </p:cNvPr>
          <p:cNvSpPr>
            <a:spLocks noGrp="1"/>
          </p:cNvSpPr>
          <p:nvPr>
            <p:ph type="sldNum" sz="quarter" idx="4"/>
          </p:nvPr>
        </p:nvSpPr>
        <p:spPr>
          <a:xfrm>
            <a:off x="6780848" y="11865187"/>
            <a:ext cx="2160270" cy="681567"/>
          </a:xfrm>
          <a:prstGeom prst="rect">
            <a:avLst/>
          </a:prstGeom>
        </p:spPr>
        <p:txBody>
          <a:bodyPr vert="horz" lIns="91440" tIns="45720" rIns="91440" bIns="45720" rtlCol="0" anchor="ctr"/>
          <a:lstStyle>
            <a:lvl1pPr algn="r">
              <a:defRPr sz="2240">
                <a:solidFill>
                  <a:schemeClr val="tx1">
                    <a:tint val="82000"/>
                  </a:schemeClr>
                </a:solidFill>
              </a:defRPr>
            </a:lvl1pPr>
          </a:lstStyle>
          <a:p>
            <a:fld id="{4D7A3876-781D-47B4-95CC-C3257ACA2A8C}" type="slidenum">
              <a:rPr lang="tr-TR" smtClean="0"/>
              <a:t>‹#›</a:t>
            </a:fld>
            <a:endParaRPr lang="tr-TR"/>
          </a:p>
        </p:txBody>
      </p:sp>
    </p:spTree>
    <p:extLst>
      <p:ext uri="{BB962C8B-B14F-4D97-AF65-F5344CB8AC3E}">
        <p14:creationId xmlns:p14="http://schemas.microsoft.com/office/powerpoint/2010/main" val="2802035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706910" rtl="0" eaLnBrk="1" latinLnBrk="0" hangingPunct="1">
        <a:lnSpc>
          <a:spcPct val="90000"/>
        </a:lnSpc>
        <a:spcBef>
          <a:spcPct val="0"/>
        </a:spcBef>
        <a:buNone/>
        <a:defRPr sz="8213" kern="1200">
          <a:solidFill>
            <a:schemeClr val="tx1"/>
          </a:solidFill>
          <a:latin typeface="+mj-lt"/>
          <a:ea typeface="+mj-ea"/>
          <a:cs typeface="+mj-cs"/>
        </a:defRPr>
      </a:lvl1pPr>
    </p:titleStyle>
    <p:bodyStyle>
      <a:lvl1pPr marL="426728" indent="-426728" algn="l" defTabSz="1706910" rtl="0" eaLnBrk="1" latinLnBrk="0" hangingPunct="1">
        <a:lnSpc>
          <a:spcPct val="90000"/>
        </a:lnSpc>
        <a:spcBef>
          <a:spcPts val="1867"/>
        </a:spcBef>
        <a:buFont typeface="Arial" panose="020B0604020202020204" pitchFamily="34" charset="0"/>
        <a:buChar char="•"/>
        <a:defRPr sz="5227" kern="1200">
          <a:solidFill>
            <a:schemeClr val="tx1"/>
          </a:solidFill>
          <a:latin typeface="+mn-lt"/>
          <a:ea typeface="+mn-ea"/>
          <a:cs typeface="+mn-cs"/>
        </a:defRPr>
      </a:lvl1pPr>
      <a:lvl2pPr marL="1280183" indent="-426728" algn="l" defTabSz="1706910" rtl="0" eaLnBrk="1" latinLnBrk="0" hangingPunct="1">
        <a:lnSpc>
          <a:spcPct val="90000"/>
        </a:lnSpc>
        <a:spcBef>
          <a:spcPts val="933"/>
        </a:spcBef>
        <a:buFont typeface="Arial" panose="020B0604020202020204" pitchFamily="34" charset="0"/>
        <a:buChar char="•"/>
        <a:defRPr sz="4480" kern="1200">
          <a:solidFill>
            <a:schemeClr val="tx1"/>
          </a:solidFill>
          <a:latin typeface="+mn-lt"/>
          <a:ea typeface="+mn-ea"/>
          <a:cs typeface="+mn-cs"/>
        </a:defRPr>
      </a:lvl2pPr>
      <a:lvl3pPr marL="2133638" indent="-426728" algn="l" defTabSz="1706910" rtl="0" eaLnBrk="1" latinLnBrk="0" hangingPunct="1">
        <a:lnSpc>
          <a:spcPct val="90000"/>
        </a:lnSpc>
        <a:spcBef>
          <a:spcPts val="933"/>
        </a:spcBef>
        <a:buFont typeface="Arial" panose="020B0604020202020204" pitchFamily="34" charset="0"/>
        <a:buChar char="•"/>
        <a:defRPr sz="3733" kern="1200">
          <a:solidFill>
            <a:schemeClr val="tx1"/>
          </a:solidFill>
          <a:latin typeface="+mn-lt"/>
          <a:ea typeface="+mn-ea"/>
          <a:cs typeface="+mn-cs"/>
        </a:defRPr>
      </a:lvl3pPr>
      <a:lvl4pPr marL="2987093"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4pPr>
      <a:lvl5pPr marL="3840549"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5pPr>
      <a:lvl6pPr marL="4694004"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6pPr>
      <a:lvl7pPr marL="5547459"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7pPr>
      <a:lvl8pPr marL="6400914"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8pPr>
      <a:lvl9pPr marL="7254370"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9pPr>
    </p:bodyStyle>
    <p:otherStyle>
      <a:defPPr>
        <a:defRPr lang="tr-TR"/>
      </a:defPPr>
      <a:lvl1pPr marL="0" algn="l" defTabSz="1706910" rtl="0" eaLnBrk="1" latinLnBrk="0" hangingPunct="1">
        <a:defRPr sz="3360" kern="1200">
          <a:solidFill>
            <a:schemeClr val="tx1"/>
          </a:solidFill>
          <a:latin typeface="+mn-lt"/>
          <a:ea typeface="+mn-ea"/>
          <a:cs typeface="+mn-cs"/>
        </a:defRPr>
      </a:lvl1pPr>
      <a:lvl2pPr marL="853455" algn="l" defTabSz="1706910" rtl="0" eaLnBrk="1" latinLnBrk="0" hangingPunct="1">
        <a:defRPr sz="3360" kern="1200">
          <a:solidFill>
            <a:schemeClr val="tx1"/>
          </a:solidFill>
          <a:latin typeface="+mn-lt"/>
          <a:ea typeface="+mn-ea"/>
          <a:cs typeface="+mn-cs"/>
        </a:defRPr>
      </a:lvl2pPr>
      <a:lvl3pPr marL="1706910" algn="l" defTabSz="1706910" rtl="0" eaLnBrk="1" latinLnBrk="0" hangingPunct="1">
        <a:defRPr sz="3360" kern="1200">
          <a:solidFill>
            <a:schemeClr val="tx1"/>
          </a:solidFill>
          <a:latin typeface="+mn-lt"/>
          <a:ea typeface="+mn-ea"/>
          <a:cs typeface="+mn-cs"/>
        </a:defRPr>
      </a:lvl3pPr>
      <a:lvl4pPr marL="2560366" algn="l" defTabSz="1706910" rtl="0" eaLnBrk="1" latinLnBrk="0" hangingPunct="1">
        <a:defRPr sz="3360" kern="1200">
          <a:solidFill>
            <a:schemeClr val="tx1"/>
          </a:solidFill>
          <a:latin typeface="+mn-lt"/>
          <a:ea typeface="+mn-ea"/>
          <a:cs typeface="+mn-cs"/>
        </a:defRPr>
      </a:lvl4pPr>
      <a:lvl5pPr marL="3413821" algn="l" defTabSz="1706910" rtl="0" eaLnBrk="1" latinLnBrk="0" hangingPunct="1">
        <a:defRPr sz="3360" kern="1200">
          <a:solidFill>
            <a:schemeClr val="tx1"/>
          </a:solidFill>
          <a:latin typeface="+mn-lt"/>
          <a:ea typeface="+mn-ea"/>
          <a:cs typeface="+mn-cs"/>
        </a:defRPr>
      </a:lvl5pPr>
      <a:lvl6pPr marL="4267276" algn="l" defTabSz="1706910" rtl="0" eaLnBrk="1" latinLnBrk="0" hangingPunct="1">
        <a:defRPr sz="3360" kern="1200">
          <a:solidFill>
            <a:schemeClr val="tx1"/>
          </a:solidFill>
          <a:latin typeface="+mn-lt"/>
          <a:ea typeface="+mn-ea"/>
          <a:cs typeface="+mn-cs"/>
        </a:defRPr>
      </a:lvl6pPr>
      <a:lvl7pPr marL="5120731" algn="l" defTabSz="1706910" rtl="0" eaLnBrk="1" latinLnBrk="0" hangingPunct="1">
        <a:defRPr sz="3360" kern="1200">
          <a:solidFill>
            <a:schemeClr val="tx1"/>
          </a:solidFill>
          <a:latin typeface="+mn-lt"/>
          <a:ea typeface="+mn-ea"/>
          <a:cs typeface="+mn-cs"/>
        </a:defRPr>
      </a:lvl7pPr>
      <a:lvl8pPr marL="5974187" algn="l" defTabSz="1706910" rtl="0" eaLnBrk="1" latinLnBrk="0" hangingPunct="1">
        <a:defRPr sz="3360" kern="1200">
          <a:solidFill>
            <a:schemeClr val="tx1"/>
          </a:solidFill>
          <a:latin typeface="+mn-lt"/>
          <a:ea typeface="+mn-ea"/>
          <a:cs typeface="+mn-cs"/>
        </a:defRPr>
      </a:lvl8pPr>
      <a:lvl9pPr marL="6827642" algn="l" defTabSz="1706910" rtl="0" eaLnBrk="1" latinLnBrk="0" hangingPunct="1">
        <a:defRPr sz="33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hyperlink" Target="https://medium.com/bili&#351;im-hareketi/word-embedding-teknikleri-word2vec-nedir-tf-idf-nedir-e2f826dd9178" TargetMode="External"/><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hyperlink" Target="https://www.udemy.com/course/python-ile-metin-madenciligi-dogal-dil-islem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hyperlink" Target="https://medium.com/kodcular/do&#287;al-dil-i&#775;&#351;leme-nedir-uygulamal&#305;-&#246;rnek-b8eb15af7fd5" TargetMode="External"/><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hyperlink" Target="https://kairu.com.tr/kurs/dogal-dil-isleme-nlp-offline-bootcamp/?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a:extLst>
              <a:ext uri="{FF2B5EF4-FFF2-40B4-BE49-F238E27FC236}">
                <a16:creationId xmlns:a16="http://schemas.microsoft.com/office/drawing/2014/main" id="{9CC45DC1-058E-1A7A-1531-7560D4164F7D}"/>
              </a:ext>
            </a:extLst>
          </p:cNvPr>
          <p:cNvSpPr txBox="1"/>
          <p:nvPr/>
        </p:nvSpPr>
        <p:spPr>
          <a:xfrm>
            <a:off x="1705428" y="203200"/>
            <a:ext cx="5704114" cy="707886"/>
          </a:xfrm>
          <a:prstGeom prst="rect">
            <a:avLst/>
          </a:prstGeom>
          <a:noFill/>
        </p:spPr>
        <p:txBody>
          <a:bodyPr wrap="square" rtlCol="0">
            <a:spAutoFit/>
          </a:bodyPr>
          <a:lstStyle/>
          <a:p>
            <a:pPr algn="ctr"/>
            <a:r>
              <a:rPr lang="tr-TR" sz="2000" b="1" dirty="0"/>
              <a:t>e-Devlet UYGULAMASININ NLP İLE ANALİZİ VE SINIFLANDIRILMASI </a:t>
            </a:r>
          </a:p>
        </p:txBody>
      </p:sp>
      <p:sp>
        <p:nvSpPr>
          <p:cNvPr id="5" name="Metin kutusu 4">
            <a:extLst>
              <a:ext uri="{FF2B5EF4-FFF2-40B4-BE49-F238E27FC236}">
                <a16:creationId xmlns:a16="http://schemas.microsoft.com/office/drawing/2014/main" id="{EEEE4835-B212-664A-942F-09AD9844C8F9}"/>
              </a:ext>
            </a:extLst>
          </p:cNvPr>
          <p:cNvSpPr txBox="1"/>
          <p:nvPr/>
        </p:nvSpPr>
        <p:spPr>
          <a:xfrm>
            <a:off x="2870200" y="1085258"/>
            <a:ext cx="3860800" cy="584775"/>
          </a:xfrm>
          <a:prstGeom prst="rect">
            <a:avLst/>
          </a:prstGeom>
          <a:noFill/>
        </p:spPr>
        <p:txBody>
          <a:bodyPr wrap="square" rtlCol="0">
            <a:spAutoFit/>
          </a:bodyPr>
          <a:lstStyle/>
          <a:p>
            <a:pPr algn="ctr"/>
            <a:r>
              <a:rPr lang="tr-TR" sz="1600" dirty="0"/>
              <a:t>Onur Günenç </a:t>
            </a:r>
          </a:p>
          <a:p>
            <a:pPr algn="ctr"/>
            <a:r>
              <a:rPr lang="tr-TR" sz="1600" dirty="0"/>
              <a:t>Hacettepe Üniversitesi İstatistik Bölümü </a:t>
            </a:r>
          </a:p>
        </p:txBody>
      </p:sp>
      <p:sp>
        <p:nvSpPr>
          <p:cNvPr id="6" name="Metin kutusu 5">
            <a:extLst>
              <a:ext uri="{FF2B5EF4-FFF2-40B4-BE49-F238E27FC236}">
                <a16:creationId xmlns:a16="http://schemas.microsoft.com/office/drawing/2014/main" id="{05156C72-D93D-7D74-A853-01D66DA1A90C}"/>
              </a:ext>
            </a:extLst>
          </p:cNvPr>
          <p:cNvSpPr txBox="1"/>
          <p:nvPr/>
        </p:nvSpPr>
        <p:spPr>
          <a:xfrm>
            <a:off x="261257" y="1331479"/>
            <a:ext cx="2608943" cy="338554"/>
          </a:xfrm>
          <a:prstGeom prst="rect">
            <a:avLst/>
          </a:prstGeom>
          <a:noFill/>
        </p:spPr>
        <p:txBody>
          <a:bodyPr wrap="square" rtlCol="0">
            <a:spAutoFit/>
          </a:bodyPr>
          <a:lstStyle/>
          <a:p>
            <a:r>
              <a:rPr lang="tr-TR" sz="1600" dirty="0"/>
              <a:t>Danışman :Onur Toka</a:t>
            </a:r>
          </a:p>
        </p:txBody>
      </p:sp>
      <p:pic>
        <p:nvPicPr>
          <p:cNvPr id="7" name="Picture 2">
            <a:extLst>
              <a:ext uri="{FF2B5EF4-FFF2-40B4-BE49-F238E27FC236}">
                <a16:creationId xmlns:a16="http://schemas.microsoft.com/office/drawing/2014/main" id="{98108610-A84B-A187-5740-33F284FEA7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9720" y="203200"/>
            <a:ext cx="996223" cy="1466833"/>
          </a:xfrm>
          <a:prstGeom prst="rect">
            <a:avLst/>
          </a:prstGeom>
          <a:noFill/>
          <a:extLst>
            <a:ext uri="{909E8E84-426E-40DD-AFC4-6F175D3DCCD1}">
              <a14:hiddenFill xmlns:a14="http://schemas.microsoft.com/office/drawing/2010/main">
                <a:solidFill>
                  <a:srgbClr val="FFFFFF"/>
                </a:solidFill>
              </a14:hiddenFill>
            </a:ext>
          </a:extLst>
        </p:spPr>
      </p:pic>
      <p:cxnSp>
        <p:nvCxnSpPr>
          <p:cNvPr id="9" name="Düz Bağlayıcı 8">
            <a:extLst>
              <a:ext uri="{FF2B5EF4-FFF2-40B4-BE49-F238E27FC236}">
                <a16:creationId xmlns:a16="http://schemas.microsoft.com/office/drawing/2014/main" id="{CDFF34F2-FA81-0408-A195-034FF1B25057}"/>
              </a:ext>
            </a:extLst>
          </p:cNvPr>
          <p:cNvCxnSpPr/>
          <p:nvPr/>
        </p:nvCxnSpPr>
        <p:spPr>
          <a:xfrm>
            <a:off x="261257" y="1843314"/>
            <a:ext cx="9216572" cy="0"/>
          </a:xfrm>
          <a:prstGeom prst="line">
            <a:avLst/>
          </a:prstGeom>
          <a:ln>
            <a:solidFill>
              <a:schemeClr val="tx2">
                <a:lumMod val="75000"/>
              </a:schemeClr>
            </a:solidFill>
          </a:ln>
        </p:spPr>
        <p:style>
          <a:lnRef idx="2">
            <a:schemeClr val="accent1"/>
          </a:lnRef>
          <a:fillRef idx="0">
            <a:schemeClr val="accent1"/>
          </a:fillRef>
          <a:effectRef idx="1">
            <a:schemeClr val="accent1"/>
          </a:effectRef>
          <a:fontRef idx="minor">
            <a:schemeClr val="tx1"/>
          </a:fontRef>
        </p:style>
      </p:cxnSp>
      <p:sp>
        <p:nvSpPr>
          <p:cNvPr id="10" name="Metin kutusu 9">
            <a:extLst>
              <a:ext uri="{FF2B5EF4-FFF2-40B4-BE49-F238E27FC236}">
                <a16:creationId xmlns:a16="http://schemas.microsoft.com/office/drawing/2014/main" id="{755D798E-474C-0182-8A30-0829B438D983}"/>
              </a:ext>
            </a:extLst>
          </p:cNvPr>
          <p:cNvSpPr txBox="1"/>
          <p:nvPr/>
        </p:nvSpPr>
        <p:spPr>
          <a:xfrm>
            <a:off x="261257" y="2249714"/>
            <a:ext cx="4539343" cy="2769989"/>
          </a:xfrm>
          <a:prstGeom prst="rect">
            <a:avLst/>
          </a:prstGeom>
          <a:noFill/>
        </p:spPr>
        <p:txBody>
          <a:bodyPr wrap="square" rtlCol="0">
            <a:spAutoFit/>
          </a:bodyPr>
          <a:lstStyle/>
          <a:p>
            <a:r>
              <a:rPr lang="tr-TR" sz="1600" dirty="0">
                <a:solidFill>
                  <a:srgbClr val="990033"/>
                </a:solidFill>
                <a:latin typeface="Verdana Pro Black" panose="020B0A04030504040204" pitchFamily="34" charset="0"/>
              </a:rPr>
              <a:t>NLP(Doğal Dil İşleme ) </a:t>
            </a:r>
          </a:p>
          <a:p>
            <a:r>
              <a:rPr lang="tr-TR" sz="1600" dirty="0">
                <a:solidFill>
                  <a:srgbClr val="990033"/>
                </a:solidFill>
                <a:latin typeface="Verdana Pro Black" panose="020B0A04030504040204" pitchFamily="34" charset="0"/>
              </a:rPr>
              <a:t>Nedir ? :</a:t>
            </a:r>
          </a:p>
          <a:p>
            <a:r>
              <a:rPr lang="tr-TR" sz="1600" dirty="0"/>
              <a:t>Doğal Dil İşleme, </a:t>
            </a:r>
            <a:r>
              <a:rPr lang="tr-TR" dirty="0"/>
              <a:t>bilgisayarlara insan</a:t>
            </a:r>
          </a:p>
          <a:p>
            <a:r>
              <a:rPr lang="tr-TR" dirty="0"/>
              <a:t>dilini okuma, anlama ve yorumlama yeteneği veren bir yapay zeka </a:t>
            </a:r>
          </a:p>
          <a:p>
            <a:r>
              <a:rPr lang="tr-TR" dirty="0"/>
              <a:t>uygulamasıdır. Spam tespiti , çeviri </a:t>
            </a:r>
          </a:p>
          <a:p>
            <a:r>
              <a:rPr lang="tr-TR" dirty="0"/>
              <a:t>yapma, özet çıkarma ve duygu </a:t>
            </a:r>
          </a:p>
          <a:p>
            <a:r>
              <a:rPr lang="tr-TR" dirty="0"/>
              <a:t>analizi alanlarında kullanılmaktadır.</a:t>
            </a:r>
          </a:p>
          <a:p>
            <a:endParaRPr lang="tr-TR" sz="1600" dirty="0"/>
          </a:p>
          <a:p>
            <a:endParaRPr lang="tr-TR" dirty="0"/>
          </a:p>
        </p:txBody>
      </p:sp>
      <p:sp>
        <p:nvSpPr>
          <p:cNvPr id="12" name="Metin kutusu 11">
            <a:extLst>
              <a:ext uri="{FF2B5EF4-FFF2-40B4-BE49-F238E27FC236}">
                <a16:creationId xmlns:a16="http://schemas.microsoft.com/office/drawing/2014/main" id="{43974773-1D81-9046-E66E-C5EC598C92C1}"/>
              </a:ext>
            </a:extLst>
          </p:cNvPr>
          <p:cNvSpPr txBox="1"/>
          <p:nvPr/>
        </p:nvSpPr>
        <p:spPr>
          <a:xfrm>
            <a:off x="261257" y="4599702"/>
            <a:ext cx="4644572" cy="4247317"/>
          </a:xfrm>
          <a:prstGeom prst="rect">
            <a:avLst/>
          </a:prstGeom>
          <a:noFill/>
        </p:spPr>
        <p:txBody>
          <a:bodyPr wrap="square" rtlCol="0">
            <a:spAutoFit/>
          </a:bodyPr>
          <a:lstStyle/>
          <a:p>
            <a:r>
              <a:rPr lang="tr-TR" dirty="0">
                <a:solidFill>
                  <a:srgbClr val="990033"/>
                </a:solidFill>
                <a:latin typeface="Verdana Pro Black" panose="020B0A04030504040204" pitchFamily="34" charset="0"/>
              </a:rPr>
              <a:t>e-Devlet Uygulaması </a:t>
            </a:r>
          </a:p>
          <a:p>
            <a:r>
              <a:rPr lang="tr-TR" dirty="0">
                <a:solidFill>
                  <a:srgbClr val="990033"/>
                </a:solidFill>
                <a:latin typeface="Verdana Pro Black" panose="020B0A04030504040204" pitchFamily="34" charset="0"/>
              </a:rPr>
              <a:t>Hakkında:</a:t>
            </a:r>
          </a:p>
          <a:p>
            <a:r>
              <a:rPr lang="tr-TR" dirty="0"/>
              <a:t>e-Devlet, vatandaşlara devlet </a:t>
            </a:r>
          </a:p>
          <a:p>
            <a:r>
              <a:rPr lang="tr-TR" dirty="0"/>
              <a:t>tarafından verilen hizmetlerin</a:t>
            </a:r>
          </a:p>
          <a:p>
            <a:r>
              <a:rPr lang="tr-TR" dirty="0"/>
              <a:t> elektronik ortamda sunulması </a:t>
            </a:r>
          </a:p>
          <a:p>
            <a:r>
              <a:rPr lang="tr-TR" dirty="0" err="1"/>
              <a:t>demektir.Dijital</a:t>
            </a:r>
            <a:r>
              <a:rPr lang="tr-TR" dirty="0"/>
              <a:t> kamu hizmetlerinin</a:t>
            </a:r>
          </a:p>
          <a:p>
            <a:r>
              <a:rPr lang="tr-TR" dirty="0"/>
              <a:t> yaygın ve 7/24 erişilebilir hale </a:t>
            </a:r>
          </a:p>
          <a:p>
            <a:r>
              <a:rPr lang="tr-TR" dirty="0"/>
              <a:t>getirmek ve devlet kamu </a:t>
            </a:r>
          </a:p>
          <a:p>
            <a:r>
              <a:rPr lang="tr-TR" dirty="0"/>
              <a:t>kurumlarının verimliliğini </a:t>
            </a:r>
          </a:p>
          <a:p>
            <a:r>
              <a:rPr lang="tr-TR" dirty="0"/>
              <a:t>arttırmak amacı ile kurulmuştur.</a:t>
            </a:r>
          </a:p>
          <a:p>
            <a:endParaRPr lang="tr-TR" dirty="0">
              <a:latin typeface="Verdana Pro Black" panose="020B0A04030504040204" pitchFamily="34" charset="0"/>
            </a:endParaRPr>
          </a:p>
          <a:p>
            <a:endParaRPr lang="tr-TR" dirty="0">
              <a:solidFill>
                <a:srgbClr val="990033"/>
              </a:solidFill>
              <a:latin typeface="Verdana Pro Black" panose="020B0A04030504040204" pitchFamily="34" charset="0"/>
            </a:endParaRPr>
          </a:p>
          <a:p>
            <a:endParaRPr lang="tr-TR" dirty="0">
              <a:solidFill>
                <a:srgbClr val="990033"/>
              </a:solidFill>
              <a:latin typeface="Verdana Pro Black" panose="020B0A04030504040204" pitchFamily="34" charset="0"/>
            </a:endParaRPr>
          </a:p>
          <a:p>
            <a:endParaRPr lang="tr-TR" dirty="0">
              <a:solidFill>
                <a:srgbClr val="990033"/>
              </a:solidFill>
              <a:latin typeface="Verdana Pro Black" panose="020B0A04030504040204" pitchFamily="34" charset="0"/>
            </a:endParaRPr>
          </a:p>
          <a:p>
            <a:endParaRPr lang="tr-TR" dirty="0">
              <a:solidFill>
                <a:srgbClr val="990033"/>
              </a:solidFill>
              <a:latin typeface="Verdana Pro Black" panose="020B0A04030504040204" pitchFamily="34" charset="0"/>
            </a:endParaRPr>
          </a:p>
        </p:txBody>
      </p:sp>
      <p:sp>
        <p:nvSpPr>
          <p:cNvPr id="2" name="Metin kutusu 1">
            <a:extLst>
              <a:ext uri="{FF2B5EF4-FFF2-40B4-BE49-F238E27FC236}">
                <a16:creationId xmlns:a16="http://schemas.microsoft.com/office/drawing/2014/main" id="{A2B9CF1B-7420-A922-8536-53B693AC1AD8}"/>
              </a:ext>
            </a:extLst>
          </p:cNvPr>
          <p:cNvSpPr txBox="1"/>
          <p:nvPr/>
        </p:nvSpPr>
        <p:spPr>
          <a:xfrm>
            <a:off x="123371" y="8684372"/>
            <a:ext cx="4368800" cy="4247317"/>
          </a:xfrm>
          <a:prstGeom prst="rect">
            <a:avLst/>
          </a:prstGeom>
          <a:noFill/>
        </p:spPr>
        <p:txBody>
          <a:bodyPr wrap="square" rtlCol="0">
            <a:spAutoFit/>
          </a:bodyPr>
          <a:lstStyle/>
          <a:p>
            <a:r>
              <a:rPr lang="tr-TR" dirty="0">
                <a:solidFill>
                  <a:srgbClr val="990033"/>
                </a:solidFill>
                <a:latin typeface="Verdana Pro Black" panose="020B0A04030504040204" pitchFamily="34" charset="0"/>
              </a:rPr>
              <a:t>Veri Kümesi Hakkında :</a:t>
            </a:r>
          </a:p>
          <a:p>
            <a:r>
              <a:rPr lang="tr-TR" dirty="0"/>
              <a:t>Veri kümesi Google Play </a:t>
            </a:r>
            <a:r>
              <a:rPr lang="tr-TR" dirty="0" err="1"/>
              <a:t>Store`da</a:t>
            </a:r>
            <a:r>
              <a:rPr lang="tr-TR" dirty="0"/>
              <a:t>  bulunan e-Devlet uygulamasının </a:t>
            </a:r>
          </a:p>
          <a:p>
            <a:r>
              <a:rPr lang="tr-TR" dirty="0"/>
              <a:t>altına gelen 2023 yılının aralık ayının </a:t>
            </a:r>
          </a:p>
          <a:p>
            <a:r>
              <a:rPr lang="tr-TR" dirty="0"/>
              <a:t>başlarından 2025 yılının aralık </a:t>
            </a:r>
          </a:p>
          <a:p>
            <a:r>
              <a:rPr lang="tr-TR" dirty="0"/>
              <a:t>aylarının başlarına kadar son 2 yılın yorumları oluşturmaktadır. </a:t>
            </a:r>
          </a:p>
          <a:p>
            <a:r>
              <a:rPr lang="tr-TR" dirty="0"/>
              <a:t>Veri kümesinde 4954 yorum bulunmaktadır. Her yorum için tarih , uygulamaya verilen yıldız(1-5), </a:t>
            </a:r>
          </a:p>
          <a:p>
            <a:r>
              <a:rPr lang="tr-TR" dirty="0"/>
              <a:t>yorumun başka kullanıcılar</a:t>
            </a:r>
          </a:p>
          <a:p>
            <a:r>
              <a:rPr lang="tr-TR" dirty="0"/>
              <a:t>tarafından kaç kez beğenildiğini </a:t>
            </a:r>
          </a:p>
          <a:p>
            <a:r>
              <a:rPr lang="tr-TR" dirty="0"/>
              <a:t>gösteren değişkenler bulunmaktadır.</a:t>
            </a:r>
          </a:p>
          <a:p>
            <a:endParaRPr lang="tr-TR" dirty="0"/>
          </a:p>
          <a:p>
            <a:endParaRPr lang="tr-TR" dirty="0"/>
          </a:p>
        </p:txBody>
      </p:sp>
      <p:pic>
        <p:nvPicPr>
          <p:cNvPr id="15" name="Resim 14" descr="grafik, yazı tipi, logo, grafik tasarım içeren bir resim&#10;&#10;Yapay zeka tarafından oluşturulmuş içerik yanlış olabilir.">
            <a:extLst>
              <a:ext uri="{FF2B5EF4-FFF2-40B4-BE49-F238E27FC236}">
                <a16:creationId xmlns:a16="http://schemas.microsoft.com/office/drawing/2014/main" id="{A68F56DD-03E6-4B38-6F38-3231B5C3BB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959" y="5754703"/>
            <a:ext cx="3815959" cy="4460779"/>
          </a:xfrm>
          <a:prstGeom prst="rect">
            <a:avLst/>
          </a:prstGeom>
        </p:spPr>
      </p:pic>
      <p:sp>
        <p:nvSpPr>
          <p:cNvPr id="17" name="Metin kutusu 16">
            <a:extLst>
              <a:ext uri="{FF2B5EF4-FFF2-40B4-BE49-F238E27FC236}">
                <a16:creationId xmlns:a16="http://schemas.microsoft.com/office/drawing/2014/main" id="{7C1413D0-0293-4912-D355-07C781612B16}"/>
              </a:ext>
            </a:extLst>
          </p:cNvPr>
          <p:cNvSpPr txBox="1"/>
          <p:nvPr/>
        </p:nvSpPr>
        <p:spPr>
          <a:xfrm>
            <a:off x="4905829" y="2249714"/>
            <a:ext cx="4285343" cy="923330"/>
          </a:xfrm>
          <a:prstGeom prst="rect">
            <a:avLst/>
          </a:prstGeom>
          <a:noFill/>
        </p:spPr>
        <p:txBody>
          <a:bodyPr wrap="square" rtlCol="0">
            <a:spAutoFit/>
          </a:bodyPr>
          <a:lstStyle/>
          <a:p>
            <a:r>
              <a:rPr lang="tr-TR" dirty="0">
                <a:solidFill>
                  <a:srgbClr val="990033"/>
                </a:solidFill>
                <a:latin typeface="Verdana Pro Black" panose="020B0A04030504040204" pitchFamily="34" charset="0"/>
              </a:rPr>
              <a:t>Veri Kümesinin Betimsel Analizleri :</a:t>
            </a:r>
          </a:p>
          <a:p>
            <a:r>
              <a:rPr lang="tr-TR" dirty="0"/>
              <a:t> </a:t>
            </a:r>
          </a:p>
        </p:txBody>
      </p:sp>
      <p:pic>
        <p:nvPicPr>
          <p:cNvPr id="19" name="Resim 18" descr="metin, ekran görüntüsü, diyagram, öykü gelişim çizgisi; kumpas; grafiğini çıkarma içeren bir resim&#10;&#10;Yapay zeka tarafından oluşturulmuş içerik yanlış olabilir.">
            <a:extLst>
              <a:ext uri="{FF2B5EF4-FFF2-40B4-BE49-F238E27FC236}">
                <a16:creationId xmlns:a16="http://schemas.microsoft.com/office/drawing/2014/main" id="{636EC5FE-9D78-06B2-3E77-468EB00EDA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7874" y="2934992"/>
            <a:ext cx="4420250" cy="2899610"/>
          </a:xfrm>
          <a:prstGeom prst="rect">
            <a:avLst/>
          </a:prstGeom>
        </p:spPr>
      </p:pic>
      <p:pic>
        <p:nvPicPr>
          <p:cNvPr id="23" name="Resim 22" descr="metin, ekran görüntüsü, diyagram, dikdörtgen içeren bir resim&#10;&#10;Yapay zeka tarafından oluşturulmuş içerik yanlış olabilir.">
            <a:extLst>
              <a:ext uri="{FF2B5EF4-FFF2-40B4-BE49-F238E27FC236}">
                <a16:creationId xmlns:a16="http://schemas.microsoft.com/office/drawing/2014/main" id="{7125C42A-D595-9628-EBBB-05E34BD4DA7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30057" y="5971320"/>
            <a:ext cx="4455885" cy="3101247"/>
          </a:xfrm>
          <a:prstGeom prst="rect">
            <a:avLst/>
          </a:prstGeom>
        </p:spPr>
      </p:pic>
      <p:pic>
        <p:nvPicPr>
          <p:cNvPr id="25" name="Resim 24" descr="çizgi, diyagram, öykü gelişim çizgisi; kumpas; grafiğini çıkarma, metin içeren bir resim&#10;&#10;Yapay zeka tarafından oluşturulmuş içerik yanlış olabilir.">
            <a:extLst>
              <a:ext uri="{FF2B5EF4-FFF2-40B4-BE49-F238E27FC236}">
                <a16:creationId xmlns:a16="http://schemas.microsoft.com/office/drawing/2014/main" id="{86A94156-9935-3A5F-B0B4-76E3E171D98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36782" y="9209285"/>
            <a:ext cx="5441047" cy="2871878"/>
          </a:xfrm>
          <a:prstGeom prst="rect">
            <a:avLst/>
          </a:prstGeom>
        </p:spPr>
      </p:pic>
    </p:spTree>
    <p:extLst>
      <p:ext uri="{BB962C8B-B14F-4D97-AF65-F5344CB8AC3E}">
        <p14:creationId xmlns:p14="http://schemas.microsoft.com/office/powerpoint/2010/main" val="1192084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a:extLst>
              <a:ext uri="{FF2B5EF4-FFF2-40B4-BE49-F238E27FC236}">
                <a16:creationId xmlns:a16="http://schemas.microsoft.com/office/drawing/2014/main" id="{77181194-7033-4579-00D6-EA33A2C3889D}"/>
              </a:ext>
            </a:extLst>
          </p:cNvPr>
          <p:cNvSpPr txBox="1"/>
          <p:nvPr/>
        </p:nvSpPr>
        <p:spPr>
          <a:xfrm>
            <a:off x="4008474" y="228600"/>
            <a:ext cx="5440328" cy="9879628"/>
          </a:xfrm>
          <a:prstGeom prst="rect">
            <a:avLst/>
          </a:prstGeom>
          <a:noFill/>
        </p:spPr>
        <p:txBody>
          <a:bodyPr wrap="square" rtlCol="0">
            <a:spAutoFit/>
          </a:bodyPr>
          <a:lstStyle/>
          <a:p>
            <a:r>
              <a:rPr lang="tr-TR" dirty="0">
                <a:solidFill>
                  <a:srgbClr val="990033"/>
                </a:solidFill>
                <a:latin typeface="Verdana Pro Black" panose="020B0A04030504040204" pitchFamily="34" charset="0"/>
              </a:rPr>
              <a:t>LDA (Latent </a:t>
            </a:r>
            <a:r>
              <a:rPr lang="tr-TR" dirty="0" err="1">
                <a:solidFill>
                  <a:srgbClr val="990033"/>
                </a:solidFill>
                <a:latin typeface="Verdana Pro Black" panose="020B0A04030504040204" pitchFamily="34" charset="0"/>
              </a:rPr>
              <a:t>Dirichlet</a:t>
            </a:r>
            <a:r>
              <a:rPr lang="tr-TR" dirty="0">
                <a:solidFill>
                  <a:srgbClr val="990033"/>
                </a:solidFill>
                <a:latin typeface="Verdana Pro Black" panose="020B0A04030504040204" pitchFamily="34" charset="0"/>
              </a:rPr>
              <a:t> </a:t>
            </a:r>
            <a:r>
              <a:rPr lang="tr-TR" dirty="0" err="1">
                <a:solidFill>
                  <a:srgbClr val="990033"/>
                </a:solidFill>
                <a:latin typeface="Verdana Pro Black" panose="020B0A04030504040204" pitchFamily="34" charset="0"/>
              </a:rPr>
              <a:t>Allocation</a:t>
            </a:r>
            <a:r>
              <a:rPr lang="tr-TR" dirty="0">
                <a:solidFill>
                  <a:srgbClr val="990033"/>
                </a:solidFill>
                <a:latin typeface="Verdana Pro Black" panose="020B0A04030504040204" pitchFamily="34" charset="0"/>
              </a:rPr>
              <a:t>):</a:t>
            </a:r>
          </a:p>
          <a:p>
            <a:r>
              <a:rPr lang="tr-TR" dirty="0"/>
              <a:t>LDA analizi veride gizli kalmış konuları keşfetmek için kullanılmaktadır. Kümelemeye benzer şekilde çalışmaktadır.</a:t>
            </a:r>
          </a:p>
          <a:p>
            <a:r>
              <a:rPr lang="tr-TR" sz="1600" dirty="0">
                <a:solidFill>
                  <a:srgbClr val="990033"/>
                </a:solidFill>
              </a:rPr>
              <a:t>Avantajları :</a:t>
            </a:r>
          </a:p>
          <a:p>
            <a:r>
              <a:rPr lang="tr-TR" sz="1600" dirty="0"/>
              <a:t>Etiketlenmemiş veri ile çalışabilir.</a:t>
            </a:r>
          </a:p>
          <a:p>
            <a:r>
              <a:rPr lang="tr-TR" sz="1600" dirty="0"/>
              <a:t>Büyük metinlerde çalışabilir.</a:t>
            </a:r>
          </a:p>
          <a:p>
            <a:r>
              <a:rPr lang="tr-TR" sz="1600" dirty="0">
                <a:solidFill>
                  <a:srgbClr val="990033"/>
                </a:solidFill>
              </a:rPr>
              <a:t>Dezavantajları :</a:t>
            </a:r>
          </a:p>
          <a:p>
            <a:r>
              <a:rPr lang="tr-TR" sz="1600" dirty="0"/>
              <a:t>Konu sayısı kullanıcıya kalmıştır.</a:t>
            </a:r>
          </a:p>
          <a:p>
            <a:r>
              <a:rPr lang="tr-TR" sz="1600" dirty="0"/>
              <a:t>Parametre seçimi çok kritiktir.</a:t>
            </a:r>
          </a:p>
          <a:p>
            <a:r>
              <a:rPr lang="tr-TR" dirty="0">
                <a:solidFill>
                  <a:srgbClr val="990033"/>
                </a:solidFill>
                <a:latin typeface="Verdana Pro Black" panose="020B0A04030504040204" pitchFamily="34" charset="0"/>
              </a:rPr>
              <a:t>Uygulanması :</a:t>
            </a:r>
          </a:p>
          <a:p>
            <a:r>
              <a:rPr lang="tr-TR" dirty="0"/>
              <a:t>İlk başta verime 5 konu bulacak şekilde LDA uygulanmıştır ama konulara bakıldığına bazı konular birbirine çok benzediği net bir ayrım olmadığı için konu sayısı 4`e düşürülünce güzel bir ayrım yakalandığından 4 konu olarak devam edilmiştir.</a:t>
            </a:r>
          </a:p>
          <a:p>
            <a:r>
              <a:rPr lang="tr-TR" dirty="0">
                <a:solidFill>
                  <a:srgbClr val="990033"/>
                </a:solidFill>
                <a:latin typeface="Verdana Pro Black" panose="020B0A04030504040204" pitchFamily="34" charset="0"/>
              </a:rPr>
              <a:t>Sonuçlar:</a:t>
            </a:r>
          </a:p>
          <a:p>
            <a:pPr latinLnBrk="1"/>
            <a:r>
              <a:rPr lang="tr-TR" sz="1600" dirty="0" err="1">
                <a:solidFill>
                  <a:srgbClr val="990033"/>
                </a:solidFill>
              </a:rPr>
              <a:t>Topic</a:t>
            </a:r>
            <a:r>
              <a:rPr lang="tr-TR" sz="1600" dirty="0">
                <a:solidFill>
                  <a:srgbClr val="990033"/>
                </a:solidFill>
              </a:rPr>
              <a:t> 1:</a:t>
            </a:r>
          </a:p>
          <a:p>
            <a:pPr latinLnBrk="1"/>
            <a:r>
              <a:rPr lang="tr-TR" sz="1600" dirty="0"/>
              <a:t>diyor, şifre, yeni, açılmıyor, hatası, sistem, nasıl, saçma, </a:t>
            </a:r>
          </a:p>
          <a:p>
            <a:pPr latinLnBrk="1"/>
            <a:r>
              <a:rPr lang="tr-TR" sz="1600" dirty="0"/>
              <a:t>sorun, halde</a:t>
            </a:r>
          </a:p>
          <a:p>
            <a:pPr latinLnBrk="1"/>
            <a:r>
              <a:rPr lang="tr-TR" sz="1600" dirty="0" err="1">
                <a:solidFill>
                  <a:srgbClr val="990033"/>
                </a:solidFill>
              </a:rPr>
              <a:t>Topic</a:t>
            </a:r>
            <a:r>
              <a:rPr lang="tr-TR" sz="1600" dirty="0">
                <a:solidFill>
                  <a:srgbClr val="990033"/>
                </a:solidFill>
              </a:rPr>
              <a:t> 2:</a:t>
            </a:r>
          </a:p>
          <a:p>
            <a:pPr latinLnBrk="1"/>
            <a:r>
              <a:rPr lang="tr-TR" sz="1600" dirty="0"/>
              <a:t>hata, veriyor, hata veriyor, </a:t>
            </a:r>
            <a:r>
              <a:rPr lang="tr-TR" sz="1600" dirty="0" err="1"/>
              <a:t>nfc</a:t>
            </a:r>
            <a:r>
              <a:rPr lang="tr-TR" sz="1600" dirty="0"/>
              <a:t>, giremiyorum, kimlik, </a:t>
            </a:r>
          </a:p>
          <a:p>
            <a:pPr latinLnBrk="1"/>
            <a:r>
              <a:rPr lang="tr-TR" sz="1600" dirty="0"/>
              <a:t>açılmıyor, çalışmıyor, doğrulama, aşamalı</a:t>
            </a:r>
          </a:p>
          <a:p>
            <a:pPr latinLnBrk="1"/>
            <a:r>
              <a:rPr lang="tr-TR" sz="1600" dirty="0" err="1">
                <a:solidFill>
                  <a:srgbClr val="990033"/>
                </a:solidFill>
              </a:rPr>
              <a:t>Topic</a:t>
            </a:r>
            <a:r>
              <a:rPr lang="tr-TR" sz="1600" dirty="0">
                <a:solidFill>
                  <a:srgbClr val="990033"/>
                </a:solidFill>
              </a:rPr>
              <a:t> 3:</a:t>
            </a:r>
          </a:p>
          <a:p>
            <a:pPr latinLnBrk="1"/>
            <a:r>
              <a:rPr lang="tr-TR" sz="1600" dirty="0"/>
              <a:t>giriş, atıyor, yapamıyorum, uygulamadan, giriş </a:t>
            </a:r>
            <a:r>
              <a:rPr lang="tr-TR" sz="1600" dirty="0" err="1"/>
              <a:t>yapamıyoru</a:t>
            </a:r>
            <a:r>
              <a:rPr lang="tr-TR" sz="1600" dirty="0"/>
              <a:t>,  lütfen, işlem, kapanıyor, uygulamadan atıyor, </a:t>
            </a:r>
          </a:p>
          <a:p>
            <a:pPr latinLnBrk="1"/>
            <a:r>
              <a:rPr lang="tr-TR" sz="1600" dirty="0" err="1">
                <a:solidFill>
                  <a:srgbClr val="990033"/>
                </a:solidFill>
              </a:rPr>
              <a:t>Topic</a:t>
            </a:r>
            <a:r>
              <a:rPr lang="tr-TR" sz="1600" dirty="0">
                <a:solidFill>
                  <a:srgbClr val="990033"/>
                </a:solidFill>
              </a:rPr>
              <a:t> 4:</a:t>
            </a:r>
          </a:p>
          <a:p>
            <a:pPr latinLnBrk="1"/>
            <a:r>
              <a:rPr lang="tr-TR" sz="1600" dirty="0"/>
              <a:t>şifre, teknik, sorun, diyor, diye, kadar, kabul, için, </a:t>
            </a:r>
          </a:p>
          <a:p>
            <a:pPr latinLnBrk="1"/>
            <a:r>
              <a:rPr lang="tr-TR" sz="1600" dirty="0">
                <a:solidFill>
                  <a:srgbClr val="990033"/>
                </a:solidFill>
              </a:rPr>
              <a:t>İsimlendirme:</a:t>
            </a:r>
          </a:p>
          <a:p>
            <a:pPr latinLnBrk="1"/>
            <a:r>
              <a:rPr lang="tr-TR" sz="1600" dirty="0"/>
              <a:t>1:"Şifre ve Giriş Sorunları",   2:"Kimlik Doğrulama ve NFC Problemleri",    3: "Uygulama Çökmesi / İşlem Hataları",    4: "Erişim ve Teknik Sorunlar«</a:t>
            </a:r>
          </a:p>
          <a:p>
            <a:pPr latinLnBrk="1"/>
            <a:r>
              <a:rPr lang="tr-TR" sz="1600" dirty="0"/>
              <a:t>Yorumlara ağır basan konuların etiketi atandığında toplam </a:t>
            </a:r>
          </a:p>
          <a:p>
            <a:pPr latinLnBrk="1"/>
            <a:r>
              <a:rPr lang="tr-TR" sz="1600" dirty="0"/>
              <a:t>yorum sayısına göre aldıkları ortalama beğeni grafiği ,balonların büyüklüğü toplam beğeniyi ifade etmektedir.</a:t>
            </a:r>
            <a:endParaRPr lang="tr-TR" dirty="0"/>
          </a:p>
          <a:p>
            <a:endParaRPr lang="tr-TR" dirty="0">
              <a:solidFill>
                <a:srgbClr val="990033"/>
              </a:solidFill>
              <a:latin typeface="Verdana Pro Black" panose="020B0A04030504040204" pitchFamily="34" charset="0"/>
            </a:endParaRPr>
          </a:p>
          <a:p>
            <a:endParaRPr lang="tr-TR" dirty="0">
              <a:solidFill>
                <a:srgbClr val="990033"/>
              </a:solidFill>
              <a:latin typeface="Verdana Pro Black" panose="020B0A04030504040204" pitchFamily="34" charset="0"/>
            </a:endParaRPr>
          </a:p>
          <a:p>
            <a:endParaRPr lang="tr-TR" dirty="0">
              <a:solidFill>
                <a:srgbClr val="990033"/>
              </a:solidFill>
            </a:endParaRPr>
          </a:p>
        </p:txBody>
      </p:sp>
      <p:sp>
        <p:nvSpPr>
          <p:cNvPr id="5" name="Metin kutusu 4">
            <a:extLst>
              <a:ext uri="{FF2B5EF4-FFF2-40B4-BE49-F238E27FC236}">
                <a16:creationId xmlns:a16="http://schemas.microsoft.com/office/drawing/2014/main" id="{B44D1231-0747-0847-F1C9-79AF233C1D26}"/>
              </a:ext>
            </a:extLst>
          </p:cNvPr>
          <p:cNvSpPr txBox="1"/>
          <p:nvPr/>
        </p:nvSpPr>
        <p:spPr>
          <a:xfrm>
            <a:off x="152398" y="228600"/>
            <a:ext cx="3856075" cy="5909310"/>
          </a:xfrm>
          <a:prstGeom prst="rect">
            <a:avLst/>
          </a:prstGeom>
          <a:noFill/>
        </p:spPr>
        <p:txBody>
          <a:bodyPr wrap="square" rtlCol="0">
            <a:spAutoFit/>
          </a:bodyPr>
          <a:lstStyle/>
          <a:p>
            <a:r>
              <a:rPr lang="tr-TR" dirty="0">
                <a:solidFill>
                  <a:srgbClr val="990033"/>
                </a:solidFill>
                <a:latin typeface="Verdana Pro Black" panose="020B0A04030504040204" pitchFamily="34" charset="0"/>
              </a:rPr>
              <a:t>Metin Ön İşleme Aşamaları:</a:t>
            </a:r>
          </a:p>
          <a:p>
            <a:r>
              <a:rPr lang="tr-TR" dirty="0"/>
              <a:t>Projemde metin ön işleme aşamasında büyük küçük harf farkından kaynaklanacak olan aynı kelime için farklı değer atanmaması için verimdeki her kelime öncelikle küçük harfe çevrildi, noktalama işaretleri cümlenin anlamını değiştirmediği için kaldırıldı, gereksiz boşluklar kaldırıldı ve sayıların duygu analizi ve genel konu bulmada önemi olmayacağı için kaldırıldı.</a:t>
            </a:r>
          </a:p>
          <a:p>
            <a:r>
              <a:rPr lang="tr-TR" dirty="0"/>
              <a:t>Sonrasında belli bir stop-</a:t>
            </a:r>
            <a:r>
              <a:rPr lang="tr-TR" dirty="0" err="1"/>
              <a:t>word</a:t>
            </a:r>
            <a:r>
              <a:rPr lang="tr-TR" dirty="0"/>
              <a:t> kümesi oluşturarak </a:t>
            </a:r>
            <a:r>
              <a:rPr lang="tr-TR" dirty="0" err="1"/>
              <a:t>türkçede</a:t>
            </a:r>
            <a:r>
              <a:rPr lang="tr-TR" dirty="0"/>
              <a:t> kullanılan ama anlam taşımayan kelimeler (ve ,ile…) kaldırıldı. Uygulamaya verilen 1 ve 2 yıldızlı yorumlar negatif (0) , 3 ve 4 yıldız verilen yorumlar pozitif (1) olarak etiketlenmiştir.  </a:t>
            </a:r>
          </a:p>
        </p:txBody>
      </p:sp>
      <p:sp>
        <p:nvSpPr>
          <p:cNvPr id="6" name="Metin kutusu 5">
            <a:extLst>
              <a:ext uri="{FF2B5EF4-FFF2-40B4-BE49-F238E27FC236}">
                <a16:creationId xmlns:a16="http://schemas.microsoft.com/office/drawing/2014/main" id="{5CFC23B2-B89E-29DA-D83A-34193F08D65C}"/>
              </a:ext>
            </a:extLst>
          </p:cNvPr>
          <p:cNvSpPr txBox="1"/>
          <p:nvPr/>
        </p:nvSpPr>
        <p:spPr>
          <a:xfrm>
            <a:off x="152398" y="6212786"/>
            <a:ext cx="3987207" cy="2308324"/>
          </a:xfrm>
          <a:prstGeom prst="rect">
            <a:avLst/>
          </a:prstGeom>
          <a:noFill/>
        </p:spPr>
        <p:txBody>
          <a:bodyPr wrap="square" rtlCol="0">
            <a:spAutoFit/>
          </a:bodyPr>
          <a:lstStyle/>
          <a:p>
            <a:r>
              <a:rPr lang="tr-TR" dirty="0">
                <a:solidFill>
                  <a:srgbClr val="990033"/>
                </a:solidFill>
                <a:latin typeface="Verdana Pro Black" panose="020B0A04030504040204" pitchFamily="34" charset="0"/>
              </a:rPr>
              <a:t>Karşılaşılan Sorunlar:</a:t>
            </a:r>
          </a:p>
          <a:p>
            <a:r>
              <a:rPr lang="tr-TR" dirty="0"/>
              <a:t>Metin ön işleme aşamasından  sonra en çok geçen </a:t>
            </a:r>
            <a:r>
              <a:rPr lang="tr-TR" dirty="0" err="1"/>
              <a:t>uniqe</a:t>
            </a:r>
            <a:r>
              <a:rPr lang="tr-TR" dirty="0"/>
              <a:t> kelimelere bakıldığında  frekansı en yüksek olan kelime “e” kelimesi çıktığı sonrasında frekansı yüksek diğer kelimeler incelendiğinde “</a:t>
            </a:r>
            <a:r>
              <a:rPr lang="tr-TR" dirty="0" err="1"/>
              <a:t>yi</a:t>
            </a:r>
            <a:r>
              <a:rPr lang="tr-TR" dirty="0"/>
              <a:t>”, “i” gibi kelimelerin çok geçtiği görülmüştür.</a:t>
            </a:r>
          </a:p>
        </p:txBody>
      </p:sp>
      <p:sp>
        <p:nvSpPr>
          <p:cNvPr id="7" name="Metin kutusu 6">
            <a:extLst>
              <a:ext uri="{FF2B5EF4-FFF2-40B4-BE49-F238E27FC236}">
                <a16:creationId xmlns:a16="http://schemas.microsoft.com/office/drawing/2014/main" id="{5157E5C1-1338-47B3-4C8C-19C932FC1F29}"/>
              </a:ext>
            </a:extLst>
          </p:cNvPr>
          <p:cNvSpPr txBox="1"/>
          <p:nvPr/>
        </p:nvSpPr>
        <p:spPr>
          <a:xfrm>
            <a:off x="152398" y="8595986"/>
            <a:ext cx="3987207" cy="3693319"/>
          </a:xfrm>
          <a:prstGeom prst="rect">
            <a:avLst/>
          </a:prstGeom>
          <a:noFill/>
        </p:spPr>
        <p:txBody>
          <a:bodyPr wrap="square" rtlCol="0">
            <a:spAutoFit/>
          </a:bodyPr>
          <a:lstStyle/>
          <a:p>
            <a:r>
              <a:rPr lang="tr-TR" dirty="0">
                <a:solidFill>
                  <a:srgbClr val="990033"/>
                </a:solidFill>
                <a:latin typeface="Verdana Pro Black" panose="020B0A04030504040204" pitchFamily="34" charset="0"/>
              </a:rPr>
              <a:t>Çözüm :</a:t>
            </a:r>
            <a:r>
              <a:rPr lang="tr-TR" dirty="0"/>
              <a:t> </a:t>
            </a:r>
          </a:p>
          <a:p>
            <a:r>
              <a:rPr lang="tr-TR" dirty="0"/>
              <a:t>Veri ile </a:t>
            </a:r>
            <a:r>
              <a:rPr lang="tr-TR" dirty="0" err="1"/>
              <a:t>bigram</a:t>
            </a:r>
            <a:r>
              <a:rPr lang="tr-TR" dirty="0"/>
              <a:t> ve </a:t>
            </a:r>
            <a:r>
              <a:rPr lang="tr-TR" dirty="0" err="1"/>
              <a:t>trigram</a:t>
            </a:r>
            <a:r>
              <a:rPr lang="tr-TR" dirty="0"/>
              <a:t> değerleri oluşturduğunda genel olarak </a:t>
            </a:r>
          </a:p>
          <a:p>
            <a:r>
              <a:rPr lang="tr-TR" dirty="0"/>
              <a:t>“ e  devlet “ , “ uygulama </a:t>
            </a:r>
            <a:r>
              <a:rPr lang="tr-TR" dirty="0" err="1"/>
              <a:t>yi</a:t>
            </a:r>
            <a:r>
              <a:rPr lang="tr-TR" dirty="0"/>
              <a:t> “  ve </a:t>
            </a:r>
          </a:p>
          <a:p>
            <a:r>
              <a:rPr lang="tr-TR" dirty="0"/>
              <a:t>“ e devlet e “ , “e devlet i“ gibi kullanımlar yüzünden bu anlamsız kelimelerin frekansının yüksek olduğu tespit edilmiştir çözüm olarak bütün e harfleri silinip devlet kelimeleri </a:t>
            </a:r>
            <a:r>
              <a:rPr lang="tr-TR" dirty="0" err="1"/>
              <a:t>edevlet</a:t>
            </a:r>
            <a:r>
              <a:rPr lang="tr-TR" dirty="0"/>
              <a:t> olarak değiştirilmiş ve sadece ek olarak ayrı yazılan “</a:t>
            </a:r>
            <a:r>
              <a:rPr lang="tr-TR" dirty="0" err="1"/>
              <a:t>yi</a:t>
            </a:r>
            <a:r>
              <a:rPr lang="tr-TR" dirty="0"/>
              <a:t>“ ve “i“ kelimeleri tamamen silinmiştir.</a:t>
            </a:r>
          </a:p>
          <a:p>
            <a:endParaRPr lang="tr-TR" dirty="0"/>
          </a:p>
        </p:txBody>
      </p:sp>
      <p:pic>
        <p:nvPicPr>
          <p:cNvPr id="11" name="Resim 10" descr="metin, ekran görüntüsü, diyagram içeren bir resim&#10;&#10;Yapay zeka tarafından oluşturulmuş içerik yanlış olabilir.">
            <a:extLst>
              <a:ext uri="{FF2B5EF4-FFF2-40B4-BE49-F238E27FC236}">
                <a16:creationId xmlns:a16="http://schemas.microsoft.com/office/drawing/2014/main" id="{06178629-0551-FEDF-54F0-21DFC7E097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0600" y="9105586"/>
            <a:ext cx="4533019" cy="3183719"/>
          </a:xfrm>
          <a:prstGeom prst="rect">
            <a:avLst/>
          </a:prstGeom>
        </p:spPr>
      </p:pic>
    </p:spTree>
    <p:extLst>
      <p:ext uri="{BB962C8B-B14F-4D97-AF65-F5344CB8AC3E}">
        <p14:creationId xmlns:p14="http://schemas.microsoft.com/office/powerpoint/2010/main" val="3130425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a:extLst>
              <a:ext uri="{FF2B5EF4-FFF2-40B4-BE49-F238E27FC236}">
                <a16:creationId xmlns:a16="http://schemas.microsoft.com/office/drawing/2014/main" id="{8836DF29-7D11-D0FC-54E4-167BA6CFE202}"/>
              </a:ext>
            </a:extLst>
          </p:cNvPr>
          <p:cNvSpPr txBox="1"/>
          <p:nvPr/>
        </p:nvSpPr>
        <p:spPr>
          <a:xfrm>
            <a:off x="223282" y="297712"/>
            <a:ext cx="9377918" cy="1477328"/>
          </a:xfrm>
          <a:prstGeom prst="rect">
            <a:avLst/>
          </a:prstGeom>
          <a:noFill/>
        </p:spPr>
        <p:txBody>
          <a:bodyPr wrap="square" rtlCol="0">
            <a:spAutoFit/>
          </a:bodyPr>
          <a:lstStyle/>
          <a:p>
            <a:r>
              <a:rPr lang="tr-TR" dirty="0">
                <a:solidFill>
                  <a:srgbClr val="990033"/>
                </a:solidFill>
                <a:latin typeface="Verdana Pro Black" panose="020B0A04030504040204" pitchFamily="34" charset="0"/>
              </a:rPr>
              <a:t>Duygu Analizi Ve Sınıflandırma :</a:t>
            </a:r>
          </a:p>
          <a:p>
            <a:r>
              <a:rPr lang="tr-TR" dirty="0"/>
              <a:t>Duygu analizi için metin ön işleme aşamasında etiketlenen pozitif negatif duygular ve yorumlar kullanılmıştır.</a:t>
            </a:r>
          </a:p>
          <a:p>
            <a:r>
              <a:rPr lang="tr-TR" dirty="0"/>
              <a:t>Sırası ile lojistik regresyon </a:t>
            </a:r>
            <a:r>
              <a:rPr lang="tr-TR" dirty="0" err="1"/>
              <a:t>Navie</a:t>
            </a:r>
            <a:r>
              <a:rPr lang="tr-TR" dirty="0"/>
              <a:t> </a:t>
            </a:r>
            <a:r>
              <a:rPr lang="tr-TR" dirty="0" err="1"/>
              <a:t>Bayes</a:t>
            </a:r>
            <a:r>
              <a:rPr lang="tr-TR" dirty="0"/>
              <a:t> ve </a:t>
            </a:r>
            <a:r>
              <a:rPr lang="tr-TR" dirty="0" err="1"/>
              <a:t>Linear</a:t>
            </a:r>
            <a:r>
              <a:rPr lang="tr-TR" dirty="0"/>
              <a:t> SVM algoritmaları kullanılmıştır.</a:t>
            </a:r>
          </a:p>
          <a:p>
            <a:r>
              <a:rPr lang="tr-TR" dirty="0"/>
              <a:t>Eğitim verisi %80 test verisi %20 olacak şekilde ayrılmıştır.</a:t>
            </a:r>
          </a:p>
        </p:txBody>
      </p:sp>
      <p:pic>
        <p:nvPicPr>
          <p:cNvPr id="6" name="Resim 5" descr="metin, ekran görüntüsü, diyagram, dikdörtgen içeren bir resim&#10;&#10;Yapay zeka tarafından oluşturulmuş içerik yanlış olabilir.">
            <a:extLst>
              <a:ext uri="{FF2B5EF4-FFF2-40B4-BE49-F238E27FC236}">
                <a16:creationId xmlns:a16="http://schemas.microsoft.com/office/drawing/2014/main" id="{032E00CC-68BD-53A5-12C4-D0F54253D2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282" y="1858142"/>
            <a:ext cx="2828260" cy="2575147"/>
          </a:xfrm>
          <a:prstGeom prst="rect">
            <a:avLst/>
          </a:prstGeom>
        </p:spPr>
      </p:pic>
      <p:pic>
        <p:nvPicPr>
          <p:cNvPr id="8" name="Resim 7" descr="metin, ekran görüntüsü, diyagram, yazı tipi içeren bir resim&#10;&#10;Yapay zeka tarafından oluşturulmuş içerik yanlış olabilir.">
            <a:extLst>
              <a:ext uri="{FF2B5EF4-FFF2-40B4-BE49-F238E27FC236}">
                <a16:creationId xmlns:a16="http://schemas.microsoft.com/office/drawing/2014/main" id="{C4AE7460-6230-E009-492A-66CA0D6AE9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86470" y="1858142"/>
            <a:ext cx="2828260" cy="2575148"/>
          </a:xfrm>
          <a:prstGeom prst="rect">
            <a:avLst/>
          </a:prstGeom>
        </p:spPr>
      </p:pic>
      <p:pic>
        <p:nvPicPr>
          <p:cNvPr id="10" name="Resim 9" descr="metin, ekran görüntüsü, diyagram, dikdörtgen içeren bir resim&#10;&#10;Yapay zeka tarafından oluşturulmuş içerik yanlış olabilir.">
            <a:extLst>
              <a:ext uri="{FF2B5EF4-FFF2-40B4-BE49-F238E27FC236}">
                <a16:creationId xmlns:a16="http://schemas.microsoft.com/office/drawing/2014/main" id="{4FF9E49A-1E6C-A2C2-D9BD-A07FC4B0B7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49659" y="1858142"/>
            <a:ext cx="2828259" cy="2575147"/>
          </a:xfrm>
          <a:prstGeom prst="rect">
            <a:avLst/>
          </a:prstGeom>
        </p:spPr>
      </p:pic>
      <p:pic>
        <p:nvPicPr>
          <p:cNvPr id="12" name="Resim 11" descr="metin, ekran görüntüsü, diyagram, yazı tipi içeren bir resim&#10;&#10;Yapay zeka tarafından oluşturulmuş içerik yanlış olabilir.">
            <a:extLst>
              <a:ext uri="{FF2B5EF4-FFF2-40B4-BE49-F238E27FC236}">
                <a16:creationId xmlns:a16="http://schemas.microsoft.com/office/drawing/2014/main" id="{2F46FC1C-FE47-70C2-0477-EC58A4B94F4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6960" y="5076199"/>
            <a:ext cx="3590437" cy="2324061"/>
          </a:xfrm>
          <a:prstGeom prst="rect">
            <a:avLst/>
          </a:prstGeom>
        </p:spPr>
      </p:pic>
      <p:sp>
        <p:nvSpPr>
          <p:cNvPr id="13" name="Metin kutusu 12">
            <a:extLst>
              <a:ext uri="{FF2B5EF4-FFF2-40B4-BE49-F238E27FC236}">
                <a16:creationId xmlns:a16="http://schemas.microsoft.com/office/drawing/2014/main" id="{95E5DFC8-3BBC-A090-4E3A-0A23DEA3A132}"/>
              </a:ext>
            </a:extLst>
          </p:cNvPr>
          <p:cNvSpPr txBox="1"/>
          <p:nvPr/>
        </p:nvSpPr>
        <p:spPr>
          <a:xfrm>
            <a:off x="4016746" y="5076199"/>
            <a:ext cx="5414333" cy="1477328"/>
          </a:xfrm>
          <a:prstGeom prst="rect">
            <a:avLst/>
          </a:prstGeom>
          <a:noFill/>
        </p:spPr>
        <p:txBody>
          <a:bodyPr wrap="square" rtlCol="0">
            <a:spAutoFit/>
          </a:bodyPr>
          <a:lstStyle/>
          <a:p>
            <a:r>
              <a:rPr lang="tr-TR" dirty="0"/>
              <a:t>Modeller karşılaştırıldığında Lojistik Regresyon,</a:t>
            </a:r>
          </a:p>
          <a:p>
            <a:r>
              <a:rPr lang="tr-TR" dirty="0"/>
              <a:t> </a:t>
            </a:r>
            <a:r>
              <a:rPr lang="tr-TR" dirty="0" err="1"/>
              <a:t>Accuracy</a:t>
            </a:r>
            <a:r>
              <a:rPr lang="tr-TR" dirty="0"/>
              <a:t> %86 ve</a:t>
            </a:r>
          </a:p>
          <a:p>
            <a:r>
              <a:rPr lang="tr-TR" dirty="0"/>
              <a:t> F1-Score %85 değerleri ile diğer algoritmaları geçmiş ve son model olarak seçilmiştir.</a:t>
            </a:r>
          </a:p>
          <a:p>
            <a:endParaRPr lang="tr-TR" dirty="0"/>
          </a:p>
        </p:txBody>
      </p:sp>
      <p:sp>
        <p:nvSpPr>
          <p:cNvPr id="14" name="Metin kutusu 13">
            <a:extLst>
              <a:ext uri="{FF2B5EF4-FFF2-40B4-BE49-F238E27FC236}">
                <a16:creationId xmlns:a16="http://schemas.microsoft.com/office/drawing/2014/main" id="{6356A2D3-B573-2049-EA3D-B9A7077DCDAB}"/>
              </a:ext>
            </a:extLst>
          </p:cNvPr>
          <p:cNvSpPr txBox="1"/>
          <p:nvPr/>
        </p:nvSpPr>
        <p:spPr>
          <a:xfrm>
            <a:off x="223282" y="4614530"/>
            <a:ext cx="2700671" cy="372140"/>
          </a:xfrm>
          <a:prstGeom prst="rect">
            <a:avLst/>
          </a:prstGeom>
          <a:noFill/>
        </p:spPr>
        <p:txBody>
          <a:bodyPr wrap="square" rtlCol="0">
            <a:spAutoFit/>
          </a:bodyPr>
          <a:lstStyle/>
          <a:p>
            <a:r>
              <a:rPr lang="tr-TR" dirty="0">
                <a:solidFill>
                  <a:srgbClr val="990033"/>
                </a:solidFill>
                <a:latin typeface="Verdana Pro Black" panose="020B0A04030504040204" pitchFamily="34" charset="0"/>
              </a:rPr>
              <a:t>Sonuç:</a:t>
            </a:r>
          </a:p>
        </p:txBody>
      </p:sp>
      <p:pic>
        <p:nvPicPr>
          <p:cNvPr id="16" name="Resim 15" descr="metin, ekran görüntüsü, diyagram, çizgi içeren bir resim&#10;&#10;Yapay zeka tarafından oluşturulmuş içerik yanlış olabilir.">
            <a:extLst>
              <a:ext uri="{FF2B5EF4-FFF2-40B4-BE49-F238E27FC236}">
                <a16:creationId xmlns:a16="http://schemas.microsoft.com/office/drawing/2014/main" id="{F6321B54-44CE-ACE6-2A34-1C809CA7C14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5786" y="7383465"/>
            <a:ext cx="3473507" cy="2324061"/>
          </a:xfrm>
          <a:prstGeom prst="rect">
            <a:avLst/>
          </a:prstGeom>
        </p:spPr>
      </p:pic>
      <p:pic>
        <p:nvPicPr>
          <p:cNvPr id="18" name="Resim 17" descr="metin, yazı tipi, grafik, daire içeren bir resim&#10;&#10;Yapay zeka tarafından oluşturulmuş içerik yanlış olabilir.">
            <a:extLst>
              <a:ext uri="{FF2B5EF4-FFF2-40B4-BE49-F238E27FC236}">
                <a16:creationId xmlns:a16="http://schemas.microsoft.com/office/drawing/2014/main" id="{C49A6A12-8636-3F19-D694-86C959617BA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016745" y="6400798"/>
            <a:ext cx="2532913" cy="2532913"/>
          </a:xfrm>
          <a:prstGeom prst="rect">
            <a:avLst/>
          </a:prstGeom>
        </p:spPr>
      </p:pic>
      <p:pic>
        <p:nvPicPr>
          <p:cNvPr id="20" name="Resim 19" descr="metin, daire, yazı tipi, grafik içeren bir resim&#10;&#10;Yapay zeka tarafından oluşturulmuş içerik yanlış olabilir.">
            <a:extLst>
              <a:ext uri="{FF2B5EF4-FFF2-40B4-BE49-F238E27FC236}">
                <a16:creationId xmlns:a16="http://schemas.microsoft.com/office/drawing/2014/main" id="{34490A19-36AA-A937-0BC3-5775C2177C0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723912" y="6400798"/>
            <a:ext cx="2445488" cy="2445488"/>
          </a:xfrm>
          <a:prstGeom prst="rect">
            <a:avLst/>
          </a:prstGeom>
        </p:spPr>
      </p:pic>
      <p:pic>
        <p:nvPicPr>
          <p:cNvPr id="22" name="Resim 21" descr="metin, ekran görüntüsü, yazı tipi, paralel içeren bir resim&#10;&#10;Yapay zeka tarafından oluşturulmuş içerik yanlış olabilir.">
            <a:extLst>
              <a:ext uri="{FF2B5EF4-FFF2-40B4-BE49-F238E27FC236}">
                <a16:creationId xmlns:a16="http://schemas.microsoft.com/office/drawing/2014/main" id="{3799F26C-B227-F6FA-B703-120F2D6C217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6960" y="9797055"/>
            <a:ext cx="3473782" cy="2706833"/>
          </a:xfrm>
          <a:prstGeom prst="rect">
            <a:avLst/>
          </a:prstGeom>
        </p:spPr>
      </p:pic>
      <p:sp>
        <p:nvSpPr>
          <p:cNvPr id="23" name="Metin kutusu 22">
            <a:extLst>
              <a:ext uri="{FF2B5EF4-FFF2-40B4-BE49-F238E27FC236}">
                <a16:creationId xmlns:a16="http://schemas.microsoft.com/office/drawing/2014/main" id="{3B93FAB3-B1DA-B85C-243B-1E96066E9566}"/>
              </a:ext>
            </a:extLst>
          </p:cNvPr>
          <p:cNvSpPr txBox="1"/>
          <p:nvPr/>
        </p:nvSpPr>
        <p:spPr>
          <a:xfrm>
            <a:off x="3738115" y="8986214"/>
            <a:ext cx="5863086" cy="2308324"/>
          </a:xfrm>
          <a:prstGeom prst="rect">
            <a:avLst/>
          </a:prstGeom>
          <a:noFill/>
        </p:spPr>
        <p:txBody>
          <a:bodyPr wrap="square" rtlCol="0">
            <a:spAutoFit/>
          </a:bodyPr>
          <a:lstStyle/>
          <a:p>
            <a:r>
              <a:rPr lang="tr-TR" dirty="0">
                <a:solidFill>
                  <a:srgbClr val="990033"/>
                </a:solidFill>
                <a:latin typeface="Verdana Pro Black" panose="020B0A04030504040204" pitchFamily="34" charset="0"/>
              </a:rPr>
              <a:t>Genel Sonuç:</a:t>
            </a:r>
          </a:p>
          <a:p>
            <a:r>
              <a:rPr lang="tr-TR" dirty="0"/>
              <a:t>Bu projede, e-Devlet uygulamasına ait kullanıcı yorumları doğal dil işleme yöntemleri kullanılarak analiz edilmiş, duygu sınıflandırması ve konu modelleme teknikleriyle kullanıcı şikâyet ve memnuniyetlerinin temel kaynakları ortaya konulmuştur. </a:t>
            </a:r>
            <a:endParaRPr lang="tr-TR" dirty="0">
              <a:solidFill>
                <a:srgbClr val="990033"/>
              </a:solidFill>
              <a:latin typeface="Verdana Pro Black" panose="020B0A04030504040204" pitchFamily="34" charset="0"/>
            </a:endParaRPr>
          </a:p>
          <a:p>
            <a:endParaRPr lang="tr-TR" dirty="0">
              <a:solidFill>
                <a:srgbClr val="990033"/>
              </a:solidFill>
              <a:latin typeface="Verdana Pro Black" panose="020B0A04030504040204" pitchFamily="34" charset="0"/>
            </a:endParaRPr>
          </a:p>
          <a:p>
            <a:endParaRPr lang="tr-TR" dirty="0">
              <a:solidFill>
                <a:srgbClr val="990033"/>
              </a:solidFill>
              <a:latin typeface="Verdana Pro Black" panose="020B0A04030504040204" pitchFamily="34" charset="0"/>
            </a:endParaRPr>
          </a:p>
        </p:txBody>
      </p:sp>
      <p:sp>
        <p:nvSpPr>
          <p:cNvPr id="24" name="Metin kutusu 23">
            <a:extLst>
              <a:ext uri="{FF2B5EF4-FFF2-40B4-BE49-F238E27FC236}">
                <a16:creationId xmlns:a16="http://schemas.microsoft.com/office/drawing/2014/main" id="{99F52929-D8ED-12AB-3DD3-78ECBFCF7FA5}"/>
              </a:ext>
            </a:extLst>
          </p:cNvPr>
          <p:cNvSpPr txBox="1"/>
          <p:nvPr/>
        </p:nvSpPr>
        <p:spPr>
          <a:xfrm>
            <a:off x="3738115" y="10801052"/>
            <a:ext cx="6059018" cy="2000548"/>
          </a:xfrm>
          <a:prstGeom prst="rect">
            <a:avLst/>
          </a:prstGeom>
          <a:noFill/>
        </p:spPr>
        <p:txBody>
          <a:bodyPr wrap="square" rtlCol="0">
            <a:spAutoFit/>
          </a:bodyPr>
          <a:lstStyle/>
          <a:p>
            <a:r>
              <a:rPr lang="tr-TR" sz="1400" dirty="0"/>
              <a:t>Kaynakça:</a:t>
            </a:r>
          </a:p>
          <a:p>
            <a:r>
              <a:rPr lang="tr-TR" sz="1100" b="1" dirty="0"/>
              <a:t>Kargın, T. C. (2020, 16 Ekim).</a:t>
            </a:r>
            <a:r>
              <a:rPr lang="tr-TR" sz="1100" dirty="0"/>
              <a:t> Doğal dil işleme nedir? Uygulamalı örnek. </a:t>
            </a:r>
            <a:r>
              <a:rPr lang="tr-TR" sz="1100" i="1" dirty="0" err="1"/>
              <a:t>Medium</a:t>
            </a:r>
            <a:r>
              <a:rPr lang="tr-TR" sz="1100" dirty="0"/>
              <a:t>.</a:t>
            </a:r>
            <a:br>
              <a:rPr lang="tr-TR" sz="1100" dirty="0"/>
            </a:br>
            <a:r>
              <a:rPr lang="tr-TR" sz="1100" dirty="0">
                <a:solidFill>
                  <a:schemeClr val="tx1">
                    <a:lumMod val="50000"/>
                    <a:lumOff val="50000"/>
                  </a:schemeClr>
                </a:solidFill>
                <a:hlinkClick r:id="rId11">
                  <a:extLst>
                    <a:ext uri="{A12FA001-AC4F-418D-AE19-62706E023703}">
                      <ahyp:hlinkClr xmlns:ahyp="http://schemas.microsoft.com/office/drawing/2018/hyperlinkcolor" val="tx"/>
                    </a:ext>
                  </a:extLst>
                </a:hlinkClick>
              </a:rPr>
              <a:t>https://medium.com/kodcular/doğal-dil-i̇şleme-nedir-uygulamalı-örnek-b8eb15af7fd5</a:t>
            </a:r>
            <a:r>
              <a:rPr lang="tr-TR" sz="1100" dirty="0">
                <a:solidFill>
                  <a:schemeClr val="tx1">
                    <a:lumMod val="50000"/>
                    <a:lumOff val="50000"/>
                  </a:schemeClr>
                </a:solidFill>
              </a:rPr>
              <a:t> </a:t>
            </a:r>
          </a:p>
          <a:p>
            <a:r>
              <a:rPr lang="tr-TR" sz="1100" b="1" dirty="0"/>
              <a:t>Python ile metin madenciliği ve doğal dil işleme [Online kurs].</a:t>
            </a:r>
            <a:r>
              <a:rPr lang="tr-TR" sz="1100" dirty="0"/>
              <a:t> (</a:t>
            </a:r>
            <a:r>
              <a:rPr lang="tr-TR" sz="1100" dirty="0" err="1"/>
              <a:t>n.d</a:t>
            </a:r>
            <a:r>
              <a:rPr lang="tr-TR" sz="1100" dirty="0"/>
              <a:t>.). </a:t>
            </a:r>
            <a:r>
              <a:rPr lang="tr-TR" sz="1100" i="1" dirty="0" err="1"/>
              <a:t>Udemy</a:t>
            </a:r>
            <a:r>
              <a:rPr lang="tr-TR" sz="1100" dirty="0"/>
              <a:t>.</a:t>
            </a:r>
            <a:br>
              <a:rPr lang="tr-TR" sz="1100" dirty="0"/>
            </a:br>
            <a:r>
              <a:rPr lang="tr-TR" sz="1100" dirty="0">
                <a:solidFill>
                  <a:schemeClr val="tx1">
                    <a:lumMod val="50000"/>
                    <a:lumOff val="50000"/>
                  </a:schemeClr>
                </a:solidFill>
                <a:hlinkClick r:id="rId12">
                  <a:extLst>
                    <a:ext uri="{A12FA001-AC4F-418D-AE19-62706E023703}">
                      <ahyp:hlinkClr xmlns:ahyp="http://schemas.microsoft.com/office/drawing/2018/hyperlinkcolor" val="tx"/>
                    </a:ext>
                  </a:extLst>
                </a:hlinkClick>
              </a:rPr>
              <a:t>https://www.udemy.com/course/python-ile-metin-madenciligi-dogal-dil-isleme/</a:t>
            </a:r>
            <a:endParaRPr lang="tr-TR" sz="1100" dirty="0">
              <a:solidFill>
                <a:schemeClr val="tx1">
                  <a:lumMod val="50000"/>
                  <a:lumOff val="50000"/>
                </a:schemeClr>
              </a:solidFill>
            </a:endParaRPr>
          </a:p>
          <a:p>
            <a:r>
              <a:rPr lang="tr-TR" sz="1100" b="1" dirty="0"/>
              <a:t>Aksoy, M.</a:t>
            </a:r>
            <a:r>
              <a:rPr lang="tr-TR" sz="1100" dirty="0"/>
              <a:t> (2020, 27 Mayıs). Word </a:t>
            </a:r>
            <a:r>
              <a:rPr lang="tr-TR" sz="1100" dirty="0" err="1"/>
              <a:t>embedding</a:t>
            </a:r>
            <a:r>
              <a:rPr lang="tr-TR" sz="1100" dirty="0"/>
              <a:t> teknikleri: Word2Vec nedir, TF-IDF nedir? </a:t>
            </a:r>
            <a:r>
              <a:rPr lang="tr-TR" sz="1100" i="1" dirty="0" err="1"/>
              <a:t>Medium</a:t>
            </a:r>
            <a:r>
              <a:rPr lang="tr-TR" sz="1100" dirty="0"/>
              <a:t>.</a:t>
            </a:r>
            <a:br>
              <a:rPr lang="tr-TR" sz="1100" dirty="0"/>
            </a:br>
            <a:r>
              <a:rPr lang="tr-TR" sz="1100" dirty="0">
                <a:solidFill>
                  <a:schemeClr val="tx1">
                    <a:lumMod val="50000"/>
                    <a:lumOff val="50000"/>
                  </a:schemeClr>
                </a:solidFill>
                <a:hlinkClick r:id="rId13">
                  <a:extLst>
                    <a:ext uri="{A12FA001-AC4F-418D-AE19-62706E023703}">
                      <ahyp:hlinkClr xmlns:ahyp="http://schemas.microsoft.com/office/drawing/2018/hyperlinkcolor" val="tx"/>
                    </a:ext>
                  </a:extLst>
                </a:hlinkClick>
              </a:rPr>
              <a:t>https://medium.com/bilişim-hareketi/word-embedding-teknikleri-word2vec-nedir-tf-idf-nedir-e2f826dd9178</a:t>
            </a:r>
            <a:endParaRPr lang="tr-TR" sz="1100" dirty="0">
              <a:solidFill>
                <a:schemeClr val="tx1">
                  <a:lumMod val="50000"/>
                  <a:lumOff val="50000"/>
                </a:schemeClr>
              </a:solidFill>
            </a:endParaRPr>
          </a:p>
          <a:p>
            <a:r>
              <a:rPr lang="tr-TR" sz="1100" b="1" dirty="0"/>
              <a:t>Doğal Dil İşleme (NLP) – Offline </a:t>
            </a:r>
            <a:r>
              <a:rPr lang="tr-TR" sz="1100" b="1" dirty="0" err="1"/>
              <a:t>Bootcamp</a:t>
            </a:r>
            <a:r>
              <a:rPr lang="tr-TR" sz="1100" b="1" dirty="0"/>
              <a:t> [Online kurs].</a:t>
            </a:r>
            <a:r>
              <a:rPr lang="tr-TR" sz="1100" dirty="0"/>
              <a:t> (2025). </a:t>
            </a:r>
            <a:r>
              <a:rPr lang="tr-TR" sz="1100" i="1" dirty="0" err="1"/>
              <a:t>Kairu</a:t>
            </a:r>
            <a:r>
              <a:rPr lang="tr-TR" sz="1100" dirty="0"/>
              <a:t>. </a:t>
            </a:r>
            <a:r>
              <a:rPr lang="tr-TR" sz="1100" dirty="0">
                <a:solidFill>
                  <a:schemeClr val="tx1">
                    <a:lumMod val="50000"/>
                    <a:lumOff val="50000"/>
                  </a:schemeClr>
                </a:solidFill>
                <a:hlinkClick r:id="rId14">
                  <a:extLst>
                    <a:ext uri="{A12FA001-AC4F-418D-AE19-62706E023703}">
                      <ahyp:hlinkClr xmlns:ahyp="http://schemas.microsoft.com/office/drawing/2018/hyperlinkcolor" val="tx"/>
                    </a:ext>
                  </a:extLst>
                </a:hlinkClick>
              </a:rPr>
              <a:t>https://kairu.com.tr/kurs/dogal-dil-isleme-nlp-offline-bootcamp/</a:t>
            </a:r>
            <a:endParaRPr lang="tr-TR" sz="1100" dirty="0">
              <a:solidFill>
                <a:schemeClr val="tx1">
                  <a:lumMod val="50000"/>
                  <a:lumOff val="50000"/>
                </a:schemeClr>
              </a:solidFill>
            </a:endParaRPr>
          </a:p>
          <a:p>
            <a:endParaRPr lang="tr-TR" sz="1100" dirty="0"/>
          </a:p>
        </p:txBody>
      </p:sp>
    </p:spTree>
    <p:extLst>
      <p:ext uri="{BB962C8B-B14F-4D97-AF65-F5344CB8AC3E}">
        <p14:creationId xmlns:p14="http://schemas.microsoft.com/office/powerpoint/2010/main" val="1491775903"/>
      </p:ext>
    </p:extLst>
  </p:cSld>
  <p:clrMapOvr>
    <a:masterClrMapping/>
  </p:clrMapOvr>
</p:sld>
</file>

<file path=ppt/theme/theme1.xml><?xml version="1.0" encoding="utf-8"?>
<a:theme xmlns:a="http://schemas.openxmlformats.org/drawingml/2006/main" name="Office Teması">
  <a:themeElements>
    <a:clrScheme name="Mavi">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1654</TotalTime>
  <Words>841</Words>
  <Application>Microsoft Office PowerPoint</Application>
  <PresentationFormat>A3 Kağıt (297x420 mm)</PresentationFormat>
  <Paragraphs>87</Paragraphs>
  <Slides>3</Slides>
  <Notes>2</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3</vt:i4>
      </vt:variant>
    </vt:vector>
  </HeadingPairs>
  <TitlesOfParts>
    <vt:vector size="8" baseType="lpstr">
      <vt:lpstr>Aptos</vt:lpstr>
      <vt:lpstr>Aptos Display</vt:lpstr>
      <vt:lpstr>Arial</vt:lpstr>
      <vt:lpstr>Verdana Pro Black</vt:lpstr>
      <vt:lpstr>Office Teması</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ONUR GUNENC</dc:creator>
  <cp:lastModifiedBy>ONUR GUNENC</cp:lastModifiedBy>
  <cp:revision>15</cp:revision>
  <dcterms:created xsi:type="dcterms:W3CDTF">2026-01-12T05:59:17Z</dcterms:created>
  <dcterms:modified xsi:type="dcterms:W3CDTF">2026-01-13T09:58:52Z</dcterms:modified>
</cp:coreProperties>
</file>